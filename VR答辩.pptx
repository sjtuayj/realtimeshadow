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1796" r:id="rId2"/>
    <p:sldId id="1804" r:id="rId3"/>
    <p:sldId id="1807" r:id="rId4"/>
    <p:sldId id="1756" r:id="rId5"/>
    <p:sldId id="1770" r:id="rId6"/>
    <p:sldId id="1800" r:id="rId7"/>
    <p:sldId id="1801" r:id="rId8"/>
    <p:sldId id="1802" r:id="rId9"/>
    <p:sldId id="1759" r:id="rId10"/>
    <p:sldId id="1762" r:id="rId11"/>
    <p:sldId id="1763" r:id="rId12"/>
    <p:sldId id="266" r:id="rId13"/>
    <p:sldId id="1733" r:id="rId14"/>
    <p:sldId id="1767" r:id="rId15"/>
    <p:sldId id="1769" r:id="rId16"/>
    <p:sldId id="1768" r:id="rId17"/>
    <p:sldId id="1789" r:id="rId18"/>
    <p:sldId id="1792" r:id="rId19"/>
    <p:sldId id="1736" r:id="rId20"/>
    <p:sldId id="1737" r:id="rId21"/>
    <p:sldId id="1738" r:id="rId22"/>
    <p:sldId id="1739" r:id="rId23"/>
    <p:sldId id="1742" r:id="rId24"/>
    <p:sldId id="1764" r:id="rId25"/>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C684DC81-D2C3-44A6-8941-05B53D2E0557}">
          <p14:sldIdLst>
            <p14:sldId id="1796"/>
          </p14:sldIdLst>
        </p14:section>
        <p14:section name="目录与章节过渡" id="{847108E3-22F3-4CD9-A82A-834291DC17F4}">
          <p14:sldIdLst>
            <p14:sldId id="1804"/>
            <p14:sldId id="1807"/>
            <p14:sldId id="1756"/>
            <p14:sldId id="1770"/>
          </p14:sldIdLst>
        </p14:section>
        <p14:section name="内容页" id="{EB11151C-0E14-47B0-8218-1431BF894351}">
          <p14:sldIdLst>
            <p14:sldId id="1800"/>
            <p14:sldId id="1801"/>
            <p14:sldId id="1802"/>
            <p14:sldId id="1759"/>
            <p14:sldId id="1762"/>
            <p14:sldId id="1763"/>
            <p14:sldId id="266"/>
            <p14:sldId id="1733"/>
            <p14:sldId id="1767"/>
            <p14:sldId id="1769"/>
            <p14:sldId id="1768"/>
            <p14:sldId id="1789"/>
            <p14:sldId id="1792"/>
            <p14:sldId id="1736"/>
            <p14:sldId id="1737"/>
            <p14:sldId id="1738"/>
            <p14:sldId id="1739"/>
            <p14:sldId id="1742"/>
          </p14:sldIdLst>
        </p14:section>
        <p14:section name="封底" id="{843E591D-6EE2-4691-951C-C0C689F22170}">
          <p14:sldIdLst>
            <p14:sldId id="1764"/>
          </p14:sldIdLst>
        </p14:section>
      </p14:sectionLst>
    </p:ext>
    <p:ext uri="{EFAFB233-063F-42B5-8137-9DF3F51BA10A}">
      <p15:sldGuideLst xmlns:p15="http://schemas.microsoft.com/office/powerpoint/2012/main">
        <p15:guide id="4" pos="3863" userDrawn="1">
          <p15:clr>
            <a:srgbClr val="A4A3A4"/>
          </p15:clr>
        </p15:guide>
        <p15:guide id="5" orient="horz" pos="1003" userDrawn="1">
          <p15:clr>
            <a:srgbClr val="A4A3A4"/>
          </p15:clr>
        </p15:guide>
        <p15:guide id="6" orient="horz" pos="1502" userDrawn="1">
          <p15:clr>
            <a:srgbClr val="A4A3A4"/>
          </p15:clr>
        </p15:guide>
        <p15:guide id="7" orient="horz" pos="3113" userDrawn="1">
          <p15:clr>
            <a:srgbClr val="A4A3A4"/>
          </p15:clr>
        </p15:guide>
        <p15:guide id="8" pos="2128" userDrawn="1">
          <p15:clr>
            <a:srgbClr val="A4A3A4"/>
          </p15:clr>
        </p15:guide>
        <p15:guide id="9" pos="4067" userDrawn="1">
          <p15:clr>
            <a:srgbClr val="A4A3A4"/>
          </p15:clr>
        </p15:guide>
        <p15:guide id="10" pos="5972" userDrawn="1">
          <p15:clr>
            <a:srgbClr val="A4A3A4"/>
          </p15:clr>
        </p15:guide>
        <p15:guide id="11" pos="5292" userDrawn="1">
          <p15:clr>
            <a:srgbClr val="A4A3A4"/>
          </p15:clr>
        </p15:guide>
        <p15:guide id="12" pos="227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2038"/>
    <a:srgbClr val="CC9B8E"/>
    <a:srgbClr val="E0CFBD"/>
    <a:srgbClr val="E8E8E8"/>
    <a:srgbClr val="F2F2F2"/>
    <a:srgbClr val="DBDBDB"/>
    <a:srgbClr val="404040"/>
    <a:srgbClr val="FEE848"/>
    <a:srgbClr val="E85106"/>
    <a:srgbClr val="9F08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289" autoAdjust="0"/>
  </p:normalViewPr>
  <p:slideViewPr>
    <p:cSldViewPr snapToGrid="0" showGuides="1">
      <p:cViewPr varScale="1">
        <p:scale>
          <a:sx n="82" d="100"/>
          <a:sy n="82" d="100"/>
        </p:scale>
        <p:origin x="76" y="532"/>
      </p:cViewPr>
      <p:guideLst>
        <p:guide pos="3863"/>
        <p:guide orient="horz" pos="1003"/>
        <p:guide orient="horz" pos="1502"/>
        <p:guide orient="horz" pos="3113"/>
        <p:guide pos="2128"/>
        <p:guide pos="4067"/>
        <p:guide pos="5972"/>
        <p:guide pos="5292"/>
        <p:guide pos="2275"/>
      </p:guideLst>
    </p:cSldViewPr>
  </p:slideViewPr>
  <p:outlineViewPr>
    <p:cViewPr>
      <p:scale>
        <a:sx n="33" d="100"/>
        <a:sy n="33" d="100"/>
      </p:scale>
      <p:origin x="0" y="-8496"/>
    </p:cViewPr>
  </p:outlineViewPr>
  <p:notesTextViewPr>
    <p:cViewPr>
      <p:scale>
        <a:sx n="1" d="1"/>
        <a:sy n="1" d="1"/>
      </p:scale>
      <p:origin x="0" y="0"/>
    </p:cViewPr>
  </p:notesTextViewPr>
  <p:sorterViewPr>
    <p:cViewPr varScale="1">
      <p:scale>
        <a:sx n="1" d="1"/>
        <a:sy n="1" d="1"/>
      </p:scale>
      <p:origin x="0" y="-5592"/>
    </p:cViewPr>
  </p:sorterViewPr>
  <p:notesViewPr>
    <p:cSldViewPr snapToGrid="0">
      <p:cViewPr varScale="1">
        <p:scale>
          <a:sx n="85" d="100"/>
          <a:sy n="85" d="100"/>
        </p:scale>
        <p:origin x="380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b="0" dirty="0"/>
              <a:t>图表标题</a:t>
            </a:r>
          </a:p>
        </c:rich>
      </c:tx>
      <c:layout>
        <c:manualLayout>
          <c:xMode val="edge"/>
          <c:yMode val="edge"/>
          <c:x val="0.40975912232895101"/>
          <c:y val="1.5606925725216899E-2"/>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barChart>
        <c:barDir val="col"/>
        <c:grouping val="clustered"/>
        <c:varyColors val="0"/>
        <c:ser>
          <c:idx val="0"/>
          <c:order val="0"/>
          <c:tx>
            <c:strRef>
              <c:f>Sheet1!$B$1</c:f>
              <c:strCache>
                <c:ptCount val="1"/>
                <c:pt idx="0">
                  <c:v>系列 1</c:v>
                </c:pt>
              </c:strCache>
            </c:strRef>
          </c:tx>
          <c:spPr>
            <a:solidFill>
              <a:srgbClr val="A6203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FB1-4BD6-B1EF-2CC2EDCD4769}"/>
            </c:ext>
          </c:extLst>
        </c:ser>
        <c:ser>
          <c:idx val="1"/>
          <c:order val="1"/>
          <c:tx>
            <c:strRef>
              <c:f>Sheet1!$C$1</c:f>
              <c:strCache>
                <c:ptCount val="1"/>
                <c:pt idx="0">
                  <c:v>系列 2</c:v>
                </c:pt>
              </c:strCache>
            </c:strRef>
          </c:tx>
          <c:spPr>
            <a:solidFill>
              <a:schemeClr val="accent5">
                <a:lumMod val="40000"/>
                <a:lumOff val="60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FB1-4BD6-B1EF-2CC2EDCD4769}"/>
            </c:ext>
          </c:extLst>
        </c:ser>
        <c:ser>
          <c:idx val="2"/>
          <c:order val="2"/>
          <c:tx>
            <c:strRef>
              <c:f>Sheet1!$D$1</c:f>
              <c:strCache>
                <c:ptCount val="1"/>
                <c:pt idx="0">
                  <c:v>系列 3</c:v>
                </c:pt>
              </c:strCache>
            </c:strRef>
          </c:tx>
          <c:spPr>
            <a:solidFill>
              <a:srgbClr val="E6E6E8"/>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FB1-4BD6-B1EF-2CC2EDCD4769}"/>
            </c:ext>
          </c:extLst>
        </c:ser>
        <c:dLbls>
          <c:showLegendKey val="0"/>
          <c:showVal val="0"/>
          <c:showCatName val="0"/>
          <c:showSerName val="0"/>
          <c:showPercent val="0"/>
          <c:showBubbleSize val="0"/>
        </c:dLbls>
        <c:gapWidth val="190"/>
        <c:overlap val="-10"/>
        <c:axId val="2085141800"/>
        <c:axId val="2085142128"/>
      </c:barChart>
      <c:catAx>
        <c:axId val="2085141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crossAx val="2085142128"/>
        <c:crosses val="autoZero"/>
        <c:auto val="1"/>
        <c:lblAlgn val="ctr"/>
        <c:lblOffset val="100"/>
        <c:noMultiLvlLbl val="0"/>
      </c:catAx>
      <c:valAx>
        <c:axId val="2085142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2085141800"/>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ltLang="en-US" dirty="0"/>
              <a:t>图表标题</a:t>
            </a:r>
          </a:p>
        </c:rich>
      </c:tx>
      <c:layout>
        <c:manualLayout>
          <c:xMode val="edge"/>
          <c:yMode val="edge"/>
          <c:x val="0.38439926497835197"/>
          <c:y val="0.44682675588966297"/>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0.155336070512304"/>
          <c:y val="0.12129181879211499"/>
          <c:w val="0.67696378412135705"/>
          <c:h val="0.76558955267639095"/>
        </c:manualLayout>
      </c:layout>
      <c:doughnutChart>
        <c:varyColors val="1"/>
        <c:ser>
          <c:idx val="0"/>
          <c:order val="0"/>
          <c:tx>
            <c:strRef>
              <c:f>Sheet1!$B$1</c:f>
              <c:strCache>
                <c:ptCount val="1"/>
                <c:pt idx="0">
                  <c:v>销售额</c:v>
                </c:pt>
              </c:strCache>
            </c:strRef>
          </c:tx>
          <c:dPt>
            <c:idx val="0"/>
            <c:bubble3D val="0"/>
            <c:spPr>
              <a:solidFill>
                <a:srgbClr val="A62038"/>
              </a:solidFill>
              <a:ln w="19050">
                <a:solidFill>
                  <a:schemeClr val="lt1"/>
                </a:solidFill>
              </a:ln>
              <a:effectLst/>
            </c:spPr>
            <c:extLst>
              <c:ext xmlns:c16="http://schemas.microsoft.com/office/drawing/2014/chart" uri="{C3380CC4-5D6E-409C-BE32-E72D297353CC}">
                <c16:uniqueId val="{00000001-E0C8-4E07-A21F-FCDF8E5A1785}"/>
              </c:ext>
            </c:extLst>
          </c:dPt>
          <c:dPt>
            <c:idx val="1"/>
            <c:bubble3D val="0"/>
            <c:spPr>
              <a:solidFill>
                <a:srgbClr val="F18101"/>
              </a:solidFill>
              <a:ln w="19050">
                <a:solidFill>
                  <a:schemeClr val="lt1"/>
                </a:solidFill>
              </a:ln>
              <a:effectLst/>
            </c:spPr>
            <c:extLst>
              <c:ext xmlns:c16="http://schemas.microsoft.com/office/drawing/2014/chart" uri="{C3380CC4-5D6E-409C-BE32-E72D297353CC}">
                <c16:uniqueId val="{00000003-E0C8-4E07-A21F-FCDF8E5A1785}"/>
              </c:ext>
            </c:extLst>
          </c:dPt>
          <c:dPt>
            <c:idx val="2"/>
            <c:bubble3D val="0"/>
            <c:spPr>
              <a:solidFill>
                <a:srgbClr val="FDD100"/>
              </a:solidFill>
              <a:ln w="19050">
                <a:solidFill>
                  <a:schemeClr val="lt1"/>
                </a:solidFill>
              </a:ln>
              <a:effectLst/>
            </c:spPr>
            <c:extLst>
              <c:ext xmlns:c16="http://schemas.microsoft.com/office/drawing/2014/chart" uri="{C3380CC4-5D6E-409C-BE32-E72D297353CC}">
                <c16:uniqueId val="{00000005-E0C8-4E07-A21F-FCDF8E5A1785}"/>
              </c:ext>
            </c:extLst>
          </c:dPt>
          <c:dPt>
            <c:idx val="3"/>
            <c:bubble3D val="0"/>
            <c:spPr>
              <a:solidFill>
                <a:srgbClr val="E6E6E8"/>
              </a:solidFill>
              <a:ln w="19050">
                <a:solidFill>
                  <a:schemeClr val="lt1"/>
                </a:solidFill>
              </a:ln>
              <a:effectLst/>
            </c:spPr>
            <c:extLst>
              <c:ext xmlns:c16="http://schemas.microsoft.com/office/drawing/2014/chart" uri="{C3380CC4-5D6E-409C-BE32-E72D297353CC}">
                <c16:uniqueId val="{00000007-E0C8-4E07-A21F-FCDF8E5A1785}"/>
              </c:ext>
            </c:extLst>
          </c:dPt>
          <c:dLbls>
            <c:dLbl>
              <c:idx val="3"/>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2">
                          <a:lumMod val="75000"/>
                          <a:lumOff val="25000"/>
                        </a:schemeClr>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7-E0C8-4E07-A21F-FCDF8E5A1785}"/>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bg1"/>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E0C8-4E07-A21F-FCDF8E5A1785}"/>
            </c:ext>
          </c:extLst>
        </c:ser>
        <c:dLbls>
          <c:showLegendKey val="0"/>
          <c:showVal val="0"/>
          <c:showCatName val="0"/>
          <c:showSerName val="0"/>
          <c:showPercent val="0"/>
          <c:showBubbleSize val="0"/>
          <c:showLeaderLines val="1"/>
        </c:dLbls>
        <c:firstSliceAng val="0"/>
        <c:holeSize val="58"/>
      </c:doughnutChart>
      <c:spPr>
        <a:noFill/>
        <a:ln>
          <a:noFill/>
        </a:ln>
        <a:effectLst/>
      </c:spPr>
    </c:plotArea>
    <c:legend>
      <c:legendPos val="b"/>
      <c:layout>
        <c:manualLayout>
          <c:xMode val="edge"/>
          <c:yMode val="edge"/>
          <c:x val="0.102787270996167"/>
          <c:y val="0.94153069613323104"/>
          <c:w val="0.772923979689768"/>
          <c:h val="5.8469303866768602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0418307086614E-2"/>
          <c:y val="0.21372663100209699"/>
          <c:w val="0.93577066929133901"/>
          <c:h val="0.663625327844514"/>
        </c:manualLayout>
      </c:layout>
      <c:lineChart>
        <c:grouping val="standard"/>
        <c:varyColors val="0"/>
        <c:ser>
          <c:idx val="0"/>
          <c:order val="0"/>
          <c:tx>
            <c:strRef>
              <c:f>Sheet1!$B$1</c:f>
              <c:strCache>
                <c:ptCount val="1"/>
                <c:pt idx="0">
                  <c:v>数量</c:v>
                </c:pt>
              </c:strCache>
            </c:strRef>
          </c:tx>
          <c:spPr>
            <a:ln w="28575" cap="rnd">
              <a:solidFill>
                <a:schemeClr val="tx1">
                  <a:lumMod val="50000"/>
                  <a:lumOff val="50000"/>
                </a:schemeClr>
              </a:solidFill>
              <a:prstDash val="dash"/>
              <a:round/>
            </a:ln>
            <a:effectLst/>
          </c:spPr>
          <c:marker>
            <c:symbol val="circle"/>
            <c:size val="13"/>
            <c:spPr>
              <a:solidFill>
                <a:schemeClr val="accent1">
                  <a:lumMod val="60000"/>
                  <a:lumOff val="40000"/>
                  <a:alpha val="85000"/>
                </a:schemeClr>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lang="zh-CN" sz="14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Sheet1!$A$2:$A$8</c:f>
              <c:numCache>
                <c:formatCode>General</c:formatCode>
                <c:ptCount val="7"/>
                <c:pt idx="0">
                  <c:v>2015</c:v>
                </c:pt>
                <c:pt idx="1">
                  <c:v>2016</c:v>
                </c:pt>
                <c:pt idx="2">
                  <c:v>2017</c:v>
                </c:pt>
                <c:pt idx="3">
                  <c:v>2018</c:v>
                </c:pt>
                <c:pt idx="4">
                  <c:v>2019</c:v>
                </c:pt>
                <c:pt idx="5">
                  <c:v>2020</c:v>
                </c:pt>
                <c:pt idx="6">
                  <c:v>2021</c:v>
                </c:pt>
              </c:numCache>
            </c:numRef>
          </c:cat>
          <c:val>
            <c:numRef>
              <c:f>Sheet1!$B$2:$B$8</c:f>
              <c:numCache>
                <c:formatCode>General</c:formatCode>
                <c:ptCount val="7"/>
                <c:pt idx="0">
                  <c:v>10</c:v>
                </c:pt>
                <c:pt idx="1">
                  <c:v>15</c:v>
                </c:pt>
                <c:pt idx="2">
                  <c:v>16</c:v>
                </c:pt>
                <c:pt idx="3">
                  <c:v>15</c:v>
                </c:pt>
                <c:pt idx="4">
                  <c:v>18</c:v>
                </c:pt>
                <c:pt idx="5">
                  <c:v>21</c:v>
                </c:pt>
                <c:pt idx="6">
                  <c:v>22</c:v>
                </c:pt>
              </c:numCache>
            </c:numRef>
          </c:val>
          <c:smooth val="1"/>
          <c:extLst>
            <c:ext xmlns:c16="http://schemas.microsoft.com/office/drawing/2014/chart" uri="{C3380CC4-5D6E-409C-BE32-E72D297353CC}">
              <c16:uniqueId val="{00000000-0BAF-49B1-A553-2F3F723ED7F5}"/>
            </c:ext>
          </c:extLst>
        </c:ser>
        <c:dLbls>
          <c:showLegendKey val="0"/>
          <c:showVal val="0"/>
          <c:showCatName val="0"/>
          <c:showSerName val="0"/>
          <c:showPercent val="0"/>
          <c:showBubbleSize val="0"/>
        </c:dLbls>
        <c:marker val="1"/>
        <c:smooth val="0"/>
        <c:axId val="88538480"/>
        <c:axId val="1027878304"/>
      </c:lineChart>
      <c:catAx>
        <c:axId val="88538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bg1">
                    <a:lumMod val="50000"/>
                  </a:schemeClr>
                </a:solidFill>
                <a:latin typeface="+mn-lt"/>
                <a:ea typeface="+mn-ea"/>
                <a:cs typeface="+mn-cs"/>
              </a:defRPr>
            </a:pPr>
            <a:endParaRPr lang="zh-CN"/>
          </a:p>
        </c:txPr>
        <c:crossAx val="1027878304"/>
        <c:crosses val="autoZero"/>
        <c:auto val="1"/>
        <c:lblAlgn val="ctr"/>
        <c:lblOffset val="100"/>
        <c:noMultiLvlLbl val="0"/>
      </c:catAx>
      <c:valAx>
        <c:axId val="1027878304"/>
        <c:scaling>
          <c:orientation val="minMax"/>
          <c:min val="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bg1">
                    <a:lumMod val="65000"/>
                  </a:schemeClr>
                </a:solidFill>
                <a:latin typeface="+mn-lt"/>
                <a:ea typeface="+mn-ea"/>
                <a:cs typeface="+mn-cs"/>
              </a:defRPr>
            </a:pPr>
            <a:endParaRPr lang="zh-CN"/>
          </a:p>
        </c:txPr>
        <c:crossAx val="88538480"/>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12A60F-63B3-4D54-AA63-B159FADA9F31}" type="datetimeFigureOut">
              <a:rPr lang="zh-CN" altLang="en-US" smtClean="0"/>
              <a:t>2026/6/3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94E6C1-322F-4AF4-A541-6A7DCE3853A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13A3C-D0C5-45C0-BD52-194E76396705}" type="datetimeFigureOut">
              <a:rPr lang="zh-CN" altLang="en-US" smtClean="0"/>
              <a:t>2026/6/3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D5545-95D4-489F-B8ED-7EAFA774B56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7</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8</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9</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16</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19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20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21</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22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3.wdp"/><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5.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microsoft.com/office/2007/relationships/hdphoto" Target="../media/hdphoto7.wdp"/><Relationship Id="rId5" Type="http://schemas.openxmlformats.org/officeDocument/2006/relationships/image" Target="../media/image13.png"/><Relationship Id="rId4" Type="http://schemas.microsoft.com/office/2007/relationships/hdphoto" Target="../media/hdphoto2.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01">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a:stretch>
            <a:fillRect/>
          </a:stretch>
        </p:blipFill>
        <p:spPr>
          <a:xfrm>
            <a:off x="4878746" y="-13844"/>
            <a:ext cx="7525799" cy="6871844"/>
          </a:xfrm>
          <a:prstGeom prst="rect">
            <a:avLst/>
          </a:prstGeom>
        </p:spPr>
      </p:pic>
      <p:sp>
        <p:nvSpPr>
          <p:cNvPr id="15" name="任意多边形: 形状 14"/>
          <p:cNvSpPr/>
          <p:nvPr userDrawn="1"/>
        </p:nvSpPr>
        <p:spPr>
          <a:xfrm>
            <a:off x="1" y="-13844"/>
            <a:ext cx="9051317" cy="68718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51317" h="6871844">
                <a:moveTo>
                  <a:pt x="0" y="0"/>
                </a:moveTo>
                <a:lnTo>
                  <a:pt x="8724495" y="0"/>
                </a:lnTo>
                <a:lnTo>
                  <a:pt x="8832115" y="466295"/>
                </a:lnTo>
                <a:cubicBezTo>
                  <a:pt x="8975839" y="1168657"/>
                  <a:pt x="9051317" y="1895878"/>
                  <a:pt x="9051317" y="2640728"/>
                </a:cubicBezTo>
                <a:cubicBezTo>
                  <a:pt x="9051317" y="4130428"/>
                  <a:pt x="8749407" y="5549614"/>
                  <a:pt x="8203435" y="6840435"/>
                </a:cubicBezTo>
                <a:lnTo>
                  <a:pt x="8189236" y="6871844"/>
                </a:lnTo>
                <a:lnTo>
                  <a:pt x="0" y="6871844"/>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标题 1"/>
          <p:cNvSpPr>
            <a:spLocks noGrp="1"/>
          </p:cNvSpPr>
          <p:nvPr>
            <p:ph type="title" hasCustomPrompt="1"/>
          </p:nvPr>
        </p:nvSpPr>
        <p:spPr>
          <a:xfrm>
            <a:off x="1069561" y="1742554"/>
            <a:ext cx="7525799" cy="1789918"/>
          </a:xfrm>
          <a:prstGeom prst="rect">
            <a:avLst/>
          </a:prstGeom>
        </p:spPr>
        <p:txBody>
          <a:bodyPr anchor="t">
            <a:noAutofit/>
          </a:bodyPr>
          <a:lstStyle>
            <a:lvl1pPr algn="l">
              <a:lnSpc>
                <a:spcPct val="100000"/>
              </a:lnSpc>
              <a:defRPr sz="5400" b="1" spc="300">
                <a:solidFill>
                  <a:schemeClr val="bg1"/>
                </a:solidFill>
              </a:defRPr>
            </a:lvl1pPr>
          </a:lstStyle>
          <a:p>
            <a:r>
              <a:rPr lang="zh-CN" altLang="en-US" dirty="0"/>
              <a:t>单击此处编辑标题样式</a:t>
            </a:r>
          </a:p>
        </p:txBody>
      </p:sp>
      <p:sp>
        <p:nvSpPr>
          <p:cNvPr id="32" name="文本占位符 31"/>
          <p:cNvSpPr>
            <a:spLocks noGrp="1"/>
          </p:cNvSpPr>
          <p:nvPr>
            <p:ph type="body" sz="quarter" idx="11"/>
          </p:nvPr>
        </p:nvSpPr>
        <p:spPr>
          <a:xfrm>
            <a:off x="1069561" y="3748822"/>
            <a:ext cx="6933903" cy="598488"/>
          </a:xfrm>
          <a:prstGeom prst="rect">
            <a:avLst/>
          </a:prstGeom>
        </p:spPr>
        <p:txBody>
          <a:bodyPr anchor="ctr"/>
          <a:lstStyle>
            <a:lvl1pPr marL="0" indent="0" algn="l">
              <a:lnSpc>
                <a:spcPct val="100000"/>
              </a:lnSpc>
              <a:buNone/>
              <a:defRPr sz="1800" b="0" spc="300">
                <a:solidFill>
                  <a:schemeClr val="bg1"/>
                </a:solidFill>
              </a:defRPr>
            </a:lvl1pPr>
          </a:lstStyle>
          <a:p>
            <a:pPr lvl="0"/>
            <a:endParaRPr lang="zh-CN" altLang="en-US" dirty="0"/>
          </a:p>
        </p:txBody>
      </p:sp>
      <p:pic>
        <p:nvPicPr>
          <p:cNvPr id="20" name="图片 19"/>
          <p:cNvPicPr>
            <a:picLocks noChangeAspect="1"/>
          </p:cNvPicPr>
          <p:nvPr userDrawn="1"/>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324241" y="291559"/>
            <a:ext cx="2577988" cy="847493"/>
          </a:xfrm>
          <a:prstGeom prst="rect">
            <a:avLst/>
          </a:prstGeom>
        </p:spPr>
      </p:pic>
      <p:grpSp>
        <p:nvGrpSpPr>
          <p:cNvPr id="21" name="组合 20"/>
          <p:cNvGrpSpPr/>
          <p:nvPr userDrawn="1"/>
        </p:nvGrpSpPr>
        <p:grpSpPr>
          <a:xfrm>
            <a:off x="1142749" y="5385894"/>
            <a:ext cx="2895851" cy="747975"/>
            <a:chOff x="1142749" y="5535283"/>
            <a:chExt cx="2895851" cy="747975"/>
          </a:xfrm>
        </p:grpSpPr>
        <p:pic>
          <p:nvPicPr>
            <p:cNvPr id="25" name="图片 24"/>
            <p:cNvPicPr>
              <a:picLocks noChangeAspect="1"/>
            </p:cNvPicPr>
            <p:nvPr/>
          </p:nvPicPr>
          <p:blipFill rotWithShape="1">
            <a:blip r:embed="rId5" cstate="screen">
              <a:lum bright="70000" contrast="-70000"/>
              <a:extLst>
                <a:ext uri="{BEBA8EAE-BF5A-486C-A8C5-ECC9F3942E4B}">
                  <a14:imgProps xmlns:a14="http://schemas.microsoft.com/office/drawing/2010/main">
                    <a14:imgLayer r:embed="rId6">
                      <a14:imgEffect>
                        <a14:brightnessContrast bright="20000" contrast="20000"/>
                      </a14:imgEffect>
                      <a14:imgEffect>
                        <a14:saturation sat="0"/>
                      </a14:imgEffect>
                    </a14:imgLayer>
                  </a14:imgProps>
                </a:ext>
              </a:extLst>
            </a:blip>
            <a:srcRect t="-39299"/>
            <a:stretch>
              <a:fillRect/>
            </a:stretch>
          </p:blipFill>
          <p:spPr>
            <a:xfrm>
              <a:off x="1231900" y="5535283"/>
              <a:ext cx="2626310" cy="455772"/>
            </a:xfrm>
            <a:prstGeom prst="rect">
              <a:avLst/>
            </a:prstGeom>
          </p:spPr>
        </p:pic>
        <p:pic>
          <p:nvPicPr>
            <p:cNvPr id="26" name="图片 25"/>
            <p:cNvPicPr>
              <a:picLocks noChangeAspect="1"/>
            </p:cNvPicPr>
            <p:nvPr/>
          </p:nvPicPr>
          <p:blipFill>
            <a:blip r:embed="rId7">
              <a:lum bright="70000" contrast="-70000"/>
            </a:blip>
            <a:stretch>
              <a:fillRect/>
            </a:stretch>
          </p:blipFill>
          <p:spPr>
            <a:xfrm>
              <a:off x="1142749" y="6027204"/>
              <a:ext cx="2895851" cy="256054"/>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04">
    <p:spTree>
      <p:nvGrpSpPr>
        <p:cNvPr id="1" name=""/>
        <p:cNvGrpSpPr/>
        <p:nvPr/>
      </p:nvGrpSpPr>
      <p:grpSpPr>
        <a:xfrm>
          <a:off x="0" y="0"/>
          <a:ext cx="0" cy="0"/>
          <a:chOff x="0" y="0"/>
          <a:chExt cx="0" cy="0"/>
        </a:xfrm>
      </p:grpSpPr>
      <p:pic>
        <p:nvPicPr>
          <p:cNvPr id="14" name="图片占位符 5"/>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colorTemperature colorTemp="8800"/>
                    </a14:imgEffect>
                    <a14:imgEffect>
                      <a14:saturation sat="120000"/>
                    </a14:imgEffect>
                  </a14:imgLayer>
                </a14:imgProps>
              </a:ext>
            </a:extLst>
          </a:blip>
          <a:srcRect/>
          <a:stretch>
            <a:fillRect/>
          </a:stretch>
        </p:blipFill>
        <p:spPr>
          <a:xfrm>
            <a:off x="12951" y="-13844"/>
            <a:ext cx="12179048" cy="6871844"/>
          </a:xfrm>
          <a:prstGeom prst="rect">
            <a:avLst/>
          </a:prstGeom>
        </p:spPr>
      </p:pic>
      <p:sp>
        <p:nvSpPr>
          <p:cNvPr id="15" name="任意多边形: 形状 14"/>
          <p:cNvSpPr/>
          <p:nvPr userDrawn="1"/>
        </p:nvSpPr>
        <p:spPr>
          <a:xfrm>
            <a:off x="1" y="-13844"/>
            <a:ext cx="9051317" cy="68718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51317" h="6871844">
                <a:moveTo>
                  <a:pt x="0" y="0"/>
                </a:moveTo>
                <a:lnTo>
                  <a:pt x="8724495" y="0"/>
                </a:lnTo>
                <a:lnTo>
                  <a:pt x="8832115" y="466295"/>
                </a:lnTo>
                <a:cubicBezTo>
                  <a:pt x="8975839" y="1168657"/>
                  <a:pt x="9051317" y="1895878"/>
                  <a:pt x="9051317" y="2640728"/>
                </a:cubicBezTo>
                <a:cubicBezTo>
                  <a:pt x="9051317" y="4130428"/>
                  <a:pt x="8749407" y="5549614"/>
                  <a:pt x="8203435" y="6840435"/>
                </a:cubicBezTo>
                <a:lnTo>
                  <a:pt x="8189236" y="6871844"/>
                </a:lnTo>
                <a:lnTo>
                  <a:pt x="0" y="6871844"/>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标题 1"/>
          <p:cNvSpPr>
            <a:spLocks noGrp="1"/>
          </p:cNvSpPr>
          <p:nvPr>
            <p:ph type="title" hasCustomPrompt="1"/>
          </p:nvPr>
        </p:nvSpPr>
        <p:spPr>
          <a:xfrm>
            <a:off x="1069561" y="1742554"/>
            <a:ext cx="7525799" cy="1789918"/>
          </a:xfrm>
          <a:prstGeom prst="rect">
            <a:avLst/>
          </a:prstGeom>
        </p:spPr>
        <p:txBody>
          <a:bodyPr anchor="t">
            <a:noAutofit/>
          </a:bodyPr>
          <a:lstStyle>
            <a:lvl1pPr algn="l">
              <a:lnSpc>
                <a:spcPct val="100000"/>
              </a:lnSpc>
              <a:defRPr sz="5400" b="1" spc="300">
                <a:solidFill>
                  <a:schemeClr val="bg1"/>
                </a:solidFill>
              </a:defRPr>
            </a:lvl1pPr>
          </a:lstStyle>
          <a:p>
            <a:r>
              <a:rPr lang="zh-CN" altLang="en-US" dirty="0"/>
              <a:t>单击此处编辑标题样式</a:t>
            </a:r>
          </a:p>
        </p:txBody>
      </p:sp>
      <p:sp>
        <p:nvSpPr>
          <p:cNvPr id="32" name="文本占位符 31"/>
          <p:cNvSpPr>
            <a:spLocks noGrp="1"/>
          </p:cNvSpPr>
          <p:nvPr>
            <p:ph type="body" sz="quarter" idx="11"/>
          </p:nvPr>
        </p:nvSpPr>
        <p:spPr>
          <a:xfrm>
            <a:off x="1069561" y="3748822"/>
            <a:ext cx="6933903" cy="598488"/>
          </a:xfrm>
          <a:prstGeom prst="rect">
            <a:avLst/>
          </a:prstGeom>
        </p:spPr>
        <p:txBody>
          <a:bodyPr anchor="ctr"/>
          <a:lstStyle>
            <a:lvl1pPr marL="0" indent="0" algn="l">
              <a:lnSpc>
                <a:spcPct val="100000"/>
              </a:lnSpc>
              <a:buNone/>
              <a:defRPr sz="1800" b="0" spc="300">
                <a:solidFill>
                  <a:schemeClr val="bg1"/>
                </a:solidFill>
              </a:defRPr>
            </a:lvl1pPr>
          </a:lstStyle>
          <a:p>
            <a:pPr lvl="0"/>
            <a:endParaRPr lang="zh-CN" altLang="en-US" dirty="0"/>
          </a:p>
        </p:txBody>
      </p:sp>
      <p:pic>
        <p:nvPicPr>
          <p:cNvPr id="20" name="图片 19"/>
          <p:cNvPicPr>
            <a:picLocks noChangeAspect="1"/>
          </p:cNvPicPr>
          <p:nvPr userDrawn="1"/>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324241" y="291559"/>
            <a:ext cx="2577988" cy="847493"/>
          </a:xfrm>
          <a:prstGeom prst="rect">
            <a:avLst/>
          </a:prstGeom>
        </p:spPr>
      </p:pic>
      <p:grpSp>
        <p:nvGrpSpPr>
          <p:cNvPr id="21" name="组合 20"/>
          <p:cNvGrpSpPr/>
          <p:nvPr userDrawn="1"/>
        </p:nvGrpSpPr>
        <p:grpSpPr>
          <a:xfrm>
            <a:off x="1142749" y="5385894"/>
            <a:ext cx="2895851" cy="747975"/>
            <a:chOff x="1142749" y="5535283"/>
            <a:chExt cx="2895851" cy="747975"/>
          </a:xfrm>
        </p:grpSpPr>
        <p:pic>
          <p:nvPicPr>
            <p:cNvPr id="25" name="图片 24"/>
            <p:cNvPicPr>
              <a:picLocks noChangeAspect="1"/>
            </p:cNvPicPr>
            <p:nvPr/>
          </p:nvPicPr>
          <p:blipFill rotWithShape="1">
            <a:blip r:embed="rId6" cstate="screen">
              <a:lum bright="70000" contrast="-70000"/>
              <a:extLst>
                <a:ext uri="{BEBA8EAE-BF5A-486C-A8C5-ECC9F3942E4B}">
                  <a14:imgProps xmlns:a14="http://schemas.microsoft.com/office/drawing/2010/main">
                    <a14:imgLayer r:embed="rId7">
                      <a14:imgEffect>
                        <a14:brightnessContrast bright="20000" contrast="20000"/>
                      </a14:imgEffect>
                      <a14:imgEffect>
                        <a14:saturation sat="0"/>
                      </a14:imgEffect>
                    </a14:imgLayer>
                  </a14:imgProps>
                </a:ext>
              </a:extLst>
            </a:blip>
            <a:srcRect t="-39299"/>
            <a:stretch>
              <a:fillRect/>
            </a:stretch>
          </p:blipFill>
          <p:spPr>
            <a:xfrm>
              <a:off x="1231900" y="5535283"/>
              <a:ext cx="2626310" cy="455772"/>
            </a:xfrm>
            <a:prstGeom prst="rect">
              <a:avLst/>
            </a:prstGeom>
          </p:spPr>
        </p:pic>
        <p:pic>
          <p:nvPicPr>
            <p:cNvPr id="26" name="图片 25"/>
            <p:cNvPicPr>
              <a:picLocks noChangeAspect="1"/>
            </p:cNvPicPr>
            <p:nvPr/>
          </p:nvPicPr>
          <p:blipFill>
            <a:blip r:embed="rId8">
              <a:lum bright="70000" contrast="-70000"/>
            </a:blip>
            <a:stretch>
              <a:fillRect/>
            </a:stretch>
          </p:blipFill>
          <p:spPr>
            <a:xfrm>
              <a:off x="1142749" y="6027204"/>
              <a:ext cx="2895851" cy="256054"/>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封面-05">
    <p:bg>
      <p:bgPr>
        <a:solidFill>
          <a:schemeClr val="bg1">
            <a:lumMod val="85000"/>
          </a:schemeClr>
        </a:solidFill>
        <a:effectLst/>
      </p:bgPr>
    </p:bg>
    <p:spTree>
      <p:nvGrpSpPr>
        <p:cNvPr id="1" name=""/>
        <p:cNvGrpSpPr/>
        <p:nvPr/>
      </p:nvGrpSpPr>
      <p:grpSpPr>
        <a:xfrm>
          <a:off x="0" y="0"/>
          <a:ext cx="0" cy="0"/>
          <a:chOff x="0" y="0"/>
          <a:chExt cx="0" cy="0"/>
        </a:xfrm>
      </p:grpSpPr>
      <p:sp>
        <p:nvSpPr>
          <p:cNvPr id="15" name="任意多边形: 形状 14"/>
          <p:cNvSpPr/>
          <p:nvPr userDrawn="1"/>
        </p:nvSpPr>
        <p:spPr>
          <a:xfrm>
            <a:off x="1" y="-13844"/>
            <a:ext cx="9051317" cy="68718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51317" h="6871844">
                <a:moveTo>
                  <a:pt x="0" y="0"/>
                </a:moveTo>
                <a:lnTo>
                  <a:pt x="8724495" y="0"/>
                </a:lnTo>
                <a:lnTo>
                  <a:pt x="8832115" y="466295"/>
                </a:lnTo>
                <a:cubicBezTo>
                  <a:pt x="8975839" y="1168657"/>
                  <a:pt x="9051317" y="1895878"/>
                  <a:pt x="9051317" y="2640728"/>
                </a:cubicBezTo>
                <a:cubicBezTo>
                  <a:pt x="9051317" y="4130428"/>
                  <a:pt x="8749407" y="5549614"/>
                  <a:pt x="8203435" y="6840435"/>
                </a:cubicBezTo>
                <a:lnTo>
                  <a:pt x="8189236" y="6871844"/>
                </a:lnTo>
                <a:lnTo>
                  <a:pt x="0" y="6871844"/>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标题 1"/>
          <p:cNvSpPr>
            <a:spLocks noGrp="1"/>
          </p:cNvSpPr>
          <p:nvPr>
            <p:ph type="title" hasCustomPrompt="1"/>
          </p:nvPr>
        </p:nvSpPr>
        <p:spPr>
          <a:xfrm>
            <a:off x="1069561" y="1742554"/>
            <a:ext cx="7525799" cy="1789918"/>
          </a:xfrm>
          <a:prstGeom prst="rect">
            <a:avLst/>
          </a:prstGeom>
        </p:spPr>
        <p:txBody>
          <a:bodyPr anchor="t">
            <a:noAutofit/>
          </a:bodyPr>
          <a:lstStyle>
            <a:lvl1pPr algn="l">
              <a:lnSpc>
                <a:spcPct val="100000"/>
              </a:lnSpc>
              <a:defRPr sz="5400" b="1" spc="300">
                <a:solidFill>
                  <a:schemeClr val="bg1"/>
                </a:solidFill>
              </a:defRPr>
            </a:lvl1pPr>
          </a:lstStyle>
          <a:p>
            <a:r>
              <a:rPr lang="zh-CN" altLang="en-US" dirty="0"/>
              <a:t>单击此处编辑标题样式</a:t>
            </a:r>
          </a:p>
        </p:txBody>
      </p:sp>
      <p:sp>
        <p:nvSpPr>
          <p:cNvPr id="32" name="文本占位符 31"/>
          <p:cNvSpPr>
            <a:spLocks noGrp="1"/>
          </p:cNvSpPr>
          <p:nvPr>
            <p:ph type="body" sz="quarter" idx="11"/>
          </p:nvPr>
        </p:nvSpPr>
        <p:spPr>
          <a:xfrm>
            <a:off x="1069561" y="3748822"/>
            <a:ext cx="6933903" cy="598488"/>
          </a:xfrm>
          <a:prstGeom prst="rect">
            <a:avLst/>
          </a:prstGeom>
        </p:spPr>
        <p:txBody>
          <a:bodyPr anchor="ctr"/>
          <a:lstStyle>
            <a:lvl1pPr marL="0" indent="0" algn="l">
              <a:lnSpc>
                <a:spcPct val="100000"/>
              </a:lnSpc>
              <a:buNone/>
              <a:defRPr sz="1800" b="0" spc="300">
                <a:solidFill>
                  <a:schemeClr val="bg1"/>
                </a:solidFill>
              </a:defRPr>
            </a:lvl1pPr>
          </a:lstStyle>
          <a:p>
            <a:pPr lvl="0"/>
            <a:endParaRPr lang="zh-CN" altLang="en-US" dirty="0"/>
          </a:p>
        </p:txBody>
      </p:sp>
      <p:pic>
        <p:nvPicPr>
          <p:cNvPr id="20" name="图片 19"/>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24241" y="291559"/>
            <a:ext cx="2577988" cy="847493"/>
          </a:xfrm>
          <a:prstGeom prst="rect">
            <a:avLst/>
          </a:prstGeom>
        </p:spPr>
      </p:pic>
      <p:grpSp>
        <p:nvGrpSpPr>
          <p:cNvPr id="21" name="组合 20"/>
          <p:cNvGrpSpPr/>
          <p:nvPr userDrawn="1"/>
        </p:nvGrpSpPr>
        <p:grpSpPr>
          <a:xfrm>
            <a:off x="1142749" y="5385894"/>
            <a:ext cx="2895851" cy="747975"/>
            <a:chOff x="1142749" y="5535283"/>
            <a:chExt cx="2895851" cy="747975"/>
          </a:xfrm>
        </p:grpSpPr>
        <p:pic>
          <p:nvPicPr>
            <p:cNvPr id="25" name="图片 24"/>
            <p:cNvPicPr>
              <a:picLocks noChangeAspect="1"/>
            </p:cNvPicPr>
            <p:nvPr/>
          </p:nvPicPr>
          <p:blipFill rotWithShape="1">
            <a:blip r:embed="rId4" cstate="screen">
              <a:lum bright="70000" contrast="-70000"/>
              <a:extLst>
                <a:ext uri="{BEBA8EAE-BF5A-486C-A8C5-ECC9F3942E4B}">
                  <a14:imgProps xmlns:a14="http://schemas.microsoft.com/office/drawing/2010/main">
                    <a14:imgLayer r:embed="rId5">
                      <a14:imgEffect>
                        <a14:brightnessContrast bright="20000" contrast="20000"/>
                      </a14:imgEffect>
                      <a14:imgEffect>
                        <a14:saturation sat="0"/>
                      </a14:imgEffect>
                    </a14:imgLayer>
                  </a14:imgProps>
                </a:ext>
              </a:extLst>
            </a:blip>
            <a:srcRect t="-39299"/>
            <a:stretch>
              <a:fillRect/>
            </a:stretch>
          </p:blipFill>
          <p:spPr>
            <a:xfrm>
              <a:off x="1231900" y="5535283"/>
              <a:ext cx="2626310" cy="455772"/>
            </a:xfrm>
            <a:prstGeom prst="rect">
              <a:avLst/>
            </a:prstGeom>
          </p:spPr>
        </p:pic>
        <p:pic>
          <p:nvPicPr>
            <p:cNvPr id="26" name="图片 25"/>
            <p:cNvPicPr>
              <a:picLocks noChangeAspect="1"/>
            </p:cNvPicPr>
            <p:nvPr/>
          </p:nvPicPr>
          <p:blipFill>
            <a:blip r:embed="rId6">
              <a:lum bright="70000" contrast="-70000"/>
            </a:blip>
            <a:stretch>
              <a:fillRect/>
            </a:stretch>
          </p:blipFill>
          <p:spPr>
            <a:xfrm>
              <a:off x="1142749" y="6027204"/>
              <a:ext cx="2895851" cy="256054"/>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目录-1">
    <p:spTree>
      <p:nvGrpSpPr>
        <p:cNvPr id="1" name=""/>
        <p:cNvGrpSpPr/>
        <p:nvPr/>
      </p:nvGrpSpPr>
      <p:grpSpPr>
        <a:xfrm>
          <a:off x="0" y="0"/>
          <a:ext cx="0" cy="0"/>
          <a:chOff x="0" y="0"/>
          <a:chExt cx="0" cy="0"/>
        </a:xfrm>
      </p:grpSpPr>
      <p:sp>
        <p:nvSpPr>
          <p:cNvPr id="17" name="Object 2010"/>
          <p:cNvSpPr txBox="1"/>
          <p:nvPr userDrawn="1"/>
        </p:nvSpPr>
        <p:spPr>
          <a:xfrm>
            <a:off x="921270" y="2093253"/>
            <a:ext cx="2282428" cy="781050"/>
          </a:xfrm>
          <a:prstGeom prst="rect">
            <a:avLst/>
          </a:prstGeom>
        </p:spPr>
        <p:txBody>
          <a:bodyPr vert="horz" rtlCol="0" anchor="t" anchorCtr="0">
            <a:noAutofit/>
          </a:bodyPr>
          <a:lstStyle/>
          <a:p>
            <a:pPr defTabSz="457200">
              <a:lnSpc>
                <a:spcPct val="83000"/>
              </a:lnSpc>
            </a:pPr>
            <a:r>
              <a:rPr lang="zh-CN" altLang="en-US" sz="6125" spc="-123" dirty="0">
                <a:solidFill>
                  <a:srgbClr val="FFFFFF"/>
                </a:solidFill>
                <a:latin typeface="微软雅黑" panose="020B0503020204020204" pitchFamily="34" charset="-122"/>
                <a:ea typeface="微软雅黑" panose="020B0503020204020204" pitchFamily="34" charset="-122"/>
              </a:rPr>
              <a:t>目录</a:t>
            </a:r>
            <a:endParaRPr lang="zh-CN" altLang="en-US" sz="900">
              <a:solidFill>
                <a:prstClr val="black"/>
              </a:solidFill>
              <a:latin typeface="微软雅黑" panose="020B0503020204020204" pitchFamily="34" charset="-122"/>
              <a:ea typeface="微软雅黑" panose="020B0503020204020204" pitchFamily="34" charset="-122"/>
            </a:endParaRPr>
          </a:p>
        </p:txBody>
      </p:sp>
      <p:sp>
        <p:nvSpPr>
          <p:cNvPr id="20" name="Object 2011"/>
          <p:cNvSpPr txBox="1"/>
          <p:nvPr userDrawn="1"/>
        </p:nvSpPr>
        <p:spPr>
          <a:xfrm>
            <a:off x="771525" y="3213440"/>
            <a:ext cx="2781300" cy="457200"/>
          </a:xfrm>
          <a:prstGeom prst="rect">
            <a:avLst/>
          </a:prstGeom>
        </p:spPr>
        <p:txBody>
          <a:bodyPr vert="horz" rtlCol="0" anchor="t" anchorCtr="0">
            <a:noAutofit/>
          </a:bodyPr>
          <a:lstStyle/>
          <a:p>
            <a:pPr defTabSz="457200"/>
            <a:r>
              <a:rPr lang="en-US" altLang="zh-CN" sz="3000" spc="120" dirty="0">
                <a:solidFill>
                  <a:srgbClr val="FFFFFF"/>
                </a:solidFill>
                <a:latin typeface="微软雅黑" panose="020B0503020204020204" pitchFamily="34" charset="-122"/>
                <a:ea typeface="微软雅黑" panose="020B0503020204020204" pitchFamily="34" charset="-122"/>
              </a:rPr>
              <a:t>CONTENTS</a:t>
            </a:r>
            <a:endParaRPr lang="zh-CN" altLang="en-US" sz="900">
              <a:solidFill>
                <a:prstClr val="black"/>
              </a:solidFill>
              <a:latin typeface="微软雅黑" panose="020B0503020204020204" pitchFamily="34" charset="-122"/>
              <a:ea typeface="微软雅黑" panose="020B0503020204020204" pitchFamily="34" charset="-122"/>
            </a:endParaRPr>
          </a:p>
        </p:txBody>
      </p:sp>
      <p:sp>
        <p:nvSpPr>
          <p:cNvPr id="21" name="任意多边形: 形状 20"/>
          <p:cNvSpPr/>
          <p:nvPr userDrawn="1"/>
        </p:nvSpPr>
        <p:spPr>
          <a:xfrm>
            <a:off x="-21616" y="-26544"/>
            <a:ext cx="3958617" cy="68845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 name="connsiteX0-1" fmla="*/ 5092700 w 9051317"/>
              <a:gd name="connsiteY0-2" fmla="*/ 0 h 6884544"/>
              <a:gd name="connsiteX1-3" fmla="*/ 8724495 w 9051317"/>
              <a:gd name="connsiteY1-4" fmla="*/ 12700 h 6884544"/>
              <a:gd name="connsiteX2-5" fmla="*/ 8832115 w 9051317"/>
              <a:gd name="connsiteY2-6" fmla="*/ 478995 h 6884544"/>
              <a:gd name="connsiteX3-7" fmla="*/ 9051317 w 9051317"/>
              <a:gd name="connsiteY3-8" fmla="*/ 2653428 h 6884544"/>
              <a:gd name="connsiteX4-9" fmla="*/ 8203435 w 9051317"/>
              <a:gd name="connsiteY4-10" fmla="*/ 6853135 h 6884544"/>
              <a:gd name="connsiteX5-11" fmla="*/ 8189236 w 9051317"/>
              <a:gd name="connsiteY5-12" fmla="*/ 6884544 h 6884544"/>
              <a:gd name="connsiteX6-13" fmla="*/ 0 w 9051317"/>
              <a:gd name="connsiteY6-14" fmla="*/ 6884544 h 6884544"/>
              <a:gd name="connsiteX7-15" fmla="*/ 5092700 w 9051317"/>
              <a:gd name="connsiteY7-16" fmla="*/ 0 h 6884544"/>
              <a:gd name="connsiteX0-17" fmla="*/ 0 w 3958617"/>
              <a:gd name="connsiteY0-18" fmla="*/ 0 h 6884544"/>
              <a:gd name="connsiteX1-19" fmla="*/ 3631795 w 3958617"/>
              <a:gd name="connsiteY1-20" fmla="*/ 12700 h 6884544"/>
              <a:gd name="connsiteX2-21" fmla="*/ 3739415 w 3958617"/>
              <a:gd name="connsiteY2-22" fmla="*/ 478995 h 6884544"/>
              <a:gd name="connsiteX3-23" fmla="*/ 3958617 w 3958617"/>
              <a:gd name="connsiteY3-24" fmla="*/ 2653428 h 6884544"/>
              <a:gd name="connsiteX4-25" fmla="*/ 3110735 w 3958617"/>
              <a:gd name="connsiteY4-26" fmla="*/ 6853135 h 6884544"/>
              <a:gd name="connsiteX5-27" fmla="*/ 3096536 w 3958617"/>
              <a:gd name="connsiteY5-28" fmla="*/ 6884544 h 6884544"/>
              <a:gd name="connsiteX6-29" fmla="*/ 0 w 3958617"/>
              <a:gd name="connsiteY6-30" fmla="*/ 6884544 h 6884544"/>
              <a:gd name="connsiteX7-31" fmla="*/ 0 w 3958617"/>
              <a:gd name="connsiteY7-32" fmla="*/ 0 h 688454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958617" h="6884544">
                <a:moveTo>
                  <a:pt x="0" y="0"/>
                </a:moveTo>
                <a:lnTo>
                  <a:pt x="3631795" y="12700"/>
                </a:lnTo>
                <a:lnTo>
                  <a:pt x="3739415" y="478995"/>
                </a:lnTo>
                <a:cubicBezTo>
                  <a:pt x="3883139" y="1181357"/>
                  <a:pt x="3958617" y="1908578"/>
                  <a:pt x="3958617" y="2653428"/>
                </a:cubicBezTo>
                <a:cubicBezTo>
                  <a:pt x="3958617" y="4143128"/>
                  <a:pt x="3656707" y="5562314"/>
                  <a:pt x="3110735" y="6853135"/>
                </a:cubicBezTo>
                <a:lnTo>
                  <a:pt x="3096536" y="6884544"/>
                </a:lnTo>
                <a:lnTo>
                  <a:pt x="0" y="6884544"/>
                </a:lnTo>
                <a:lnTo>
                  <a:pt x="0" y="0"/>
                </a:lnTo>
                <a:close/>
              </a:path>
            </a:pathLst>
          </a:custGeom>
          <a:solidFill>
            <a:schemeClr val="bg1">
              <a:lumMod val="6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任意多边形: 形状 21"/>
          <p:cNvSpPr/>
          <p:nvPr userDrawn="1"/>
        </p:nvSpPr>
        <p:spPr>
          <a:xfrm>
            <a:off x="-45697" y="-29720"/>
            <a:ext cx="3686175" cy="6890895"/>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 name="connsiteX0-1" fmla="*/ 4523504 w 7775476"/>
              <a:gd name="connsiteY0-2" fmla="*/ 0 h 6870674"/>
              <a:gd name="connsiteX1-3" fmla="*/ 7326808 w 7775476"/>
              <a:gd name="connsiteY1-4" fmla="*/ 12674 h 6870674"/>
              <a:gd name="connsiteX2-5" fmla="*/ 7370317 w 7775476"/>
              <a:gd name="connsiteY2-6" fmla="*/ 119746 h 6870674"/>
              <a:gd name="connsiteX3-7" fmla="*/ 7775476 w 7775476"/>
              <a:gd name="connsiteY3-8" fmla="*/ 2347313 h 6870674"/>
              <a:gd name="connsiteX4-9" fmla="*/ 6040912 w 7775476"/>
              <a:gd name="connsiteY4-10" fmla="*/ 6703392 h 6870674"/>
              <a:gd name="connsiteX5-11" fmla="*/ 5876541 w 7775476"/>
              <a:gd name="connsiteY5-12" fmla="*/ 6870674 h 6870674"/>
              <a:gd name="connsiteX6-13" fmla="*/ 0 w 7775476"/>
              <a:gd name="connsiteY6-14" fmla="*/ 6870674 h 6870674"/>
              <a:gd name="connsiteX7-15" fmla="*/ 4523504 w 7775476"/>
              <a:gd name="connsiteY7-16" fmla="*/ 0 h 6870674"/>
              <a:gd name="connsiteX0-17" fmla="*/ 0 w 3251972"/>
              <a:gd name="connsiteY0-18" fmla="*/ 0 h 6870674"/>
              <a:gd name="connsiteX1-19" fmla="*/ 2803304 w 3251972"/>
              <a:gd name="connsiteY1-20" fmla="*/ 12674 h 6870674"/>
              <a:gd name="connsiteX2-21" fmla="*/ 2846813 w 3251972"/>
              <a:gd name="connsiteY2-22" fmla="*/ 119746 h 6870674"/>
              <a:gd name="connsiteX3-23" fmla="*/ 3251972 w 3251972"/>
              <a:gd name="connsiteY3-24" fmla="*/ 2347313 h 6870674"/>
              <a:gd name="connsiteX4-25" fmla="*/ 1517408 w 3251972"/>
              <a:gd name="connsiteY4-26" fmla="*/ 6703392 h 6870674"/>
              <a:gd name="connsiteX5-27" fmla="*/ 1353037 w 3251972"/>
              <a:gd name="connsiteY5-28" fmla="*/ 6870674 h 6870674"/>
              <a:gd name="connsiteX6-29" fmla="*/ 0 w 3251972"/>
              <a:gd name="connsiteY6-30" fmla="*/ 6858000 h 6870674"/>
              <a:gd name="connsiteX7-31" fmla="*/ 0 w 3251972"/>
              <a:gd name="connsiteY7-32" fmla="*/ 0 h 6870674"/>
              <a:gd name="connsiteX0-33" fmla="*/ 14066 w 3266038"/>
              <a:gd name="connsiteY0-34" fmla="*/ 0 h 6877012"/>
              <a:gd name="connsiteX1-35" fmla="*/ 2817370 w 3266038"/>
              <a:gd name="connsiteY1-36" fmla="*/ 12674 h 6877012"/>
              <a:gd name="connsiteX2-37" fmla="*/ 2860879 w 3266038"/>
              <a:gd name="connsiteY2-38" fmla="*/ 119746 h 6877012"/>
              <a:gd name="connsiteX3-39" fmla="*/ 3266038 w 3266038"/>
              <a:gd name="connsiteY3-40" fmla="*/ 2347313 h 6877012"/>
              <a:gd name="connsiteX4-41" fmla="*/ 1531474 w 3266038"/>
              <a:gd name="connsiteY4-42" fmla="*/ 6703392 h 6877012"/>
              <a:gd name="connsiteX5-43" fmla="*/ 1367103 w 3266038"/>
              <a:gd name="connsiteY5-44" fmla="*/ 6870674 h 6877012"/>
              <a:gd name="connsiteX6-45" fmla="*/ 0 w 3266038"/>
              <a:gd name="connsiteY6-46" fmla="*/ 6877012 h 6877012"/>
              <a:gd name="connsiteX7-47" fmla="*/ 14066 w 3266038"/>
              <a:gd name="connsiteY7-48" fmla="*/ 0 h 6877012"/>
              <a:gd name="connsiteX0-49" fmla="*/ 14066 w 3266038"/>
              <a:gd name="connsiteY0-50" fmla="*/ 0 h 6877012"/>
              <a:gd name="connsiteX1-51" fmla="*/ 2817370 w 3266038"/>
              <a:gd name="connsiteY1-52" fmla="*/ 12674 h 6877012"/>
              <a:gd name="connsiteX2-53" fmla="*/ 2860879 w 3266038"/>
              <a:gd name="connsiteY2-54" fmla="*/ 119746 h 6877012"/>
              <a:gd name="connsiteX3-55" fmla="*/ 3266038 w 3266038"/>
              <a:gd name="connsiteY3-56" fmla="*/ 2347313 h 6877012"/>
              <a:gd name="connsiteX4-57" fmla="*/ 1531474 w 3266038"/>
              <a:gd name="connsiteY4-58" fmla="*/ 6703392 h 6877012"/>
              <a:gd name="connsiteX5-59" fmla="*/ 1367103 w 3266038"/>
              <a:gd name="connsiteY5-60" fmla="*/ 6877011 h 6877012"/>
              <a:gd name="connsiteX6-61" fmla="*/ 0 w 3266038"/>
              <a:gd name="connsiteY6-62" fmla="*/ 6877012 h 6877012"/>
              <a:gd name="connsiteX7-63" fmla="*/ 14066 w 3266038"/>
              <a:gd name="connsiteY7-64" fmla="*/ 0 h 68770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266038" h="6877012">
                <a:moveTo>
                  <a:pt x="14066" y="0"/>
                </a:moveTo>
                <a:lnTo>
                  <a:pt x="2817370" y="12674"/>
                </a:lnTo>
                <a:lnTo>
                  <a:pt x="2860879" y="119746"/>
                </a:lnTo>
                <a:cubicBezTo>
                  <a:pt x="3122991" y="814337"/>
                  <a:pt x="3266038" y="1564616"/>
                  <a:pt x="3266038" y="2347313"/>
                </a:cubicBezTo>
                <a:cubicBezTo>
                  <a:pt x="3266038" y="4024521"/>
                  <a:pt x="2609189" y="5552872"/>
                  <a:pt x="1531474" y="6703392"/>
                </a:cubicBezTo>
                <a:lnTo>
                  <a:pt x="1367103" y="6877011"/>
                </a:lnTo>
                <a:lnTo>
                  <a:pt x="0" y="6877012"/>
                </a:lnTo>
                <a:cubicBezTo>
                  <a:pt x="4689" y="4584675"/>
                  <a:pt x="9377" y="2292337"/>
                  <a:pt x="14066" y="0"/>
                </a:cubicBez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Object 109"/>
          <p:cNvSpPr txBox="1"/>
          <p:nvPr userDrawn="1"/>
        </p:nvSpPr>
        <p:spPr>
          <a:xfrm>
            <a:off x="662967" y="1546526"/>
            <a:ext cx="2146653" cy="877385"/>
          </a:xfrm>
          <a:prstGeom prst="rect">
            <a:avLst/>
          </a:prstGeom>
        </p:spPr>
        <p:txBody>
          <a:bodyPr vert="horz" rtlCol="0" anchor="t" anchorCtr="0">
            <a:noAutofit/>
          </a:bodyPr>
          <a:lstStyle/>
          <a:p>
            <a:pPr algn="ctr" defTabSz="457200">
              <a:lnSpc>
                <a:spcPct val="105000"/>
              </a:lnSpc>
            </a:pPr>
            <a:r>
              <a:rPr lang="zh-CN" altLang="en-US" sz="4400" b="1" spc="600" dirty="0">
                <a:solidFill>
                  <a:srgbClr val="FFFFFF"/>
                </a:solidFill>
                <a:latin typeface="微软雅黑" panose="020B0503020204020204" pitchFamily="34" charset="-122"/>
                <a:ea typeface="微软雅黑" panose="020B0503020204020204" pitchFamily="34" charset="-122"/>
              </a:rPr>
              <a:t>目 录</a:t>
            </a:r>
            <a:endParaRPr lang="en-US" altLang="zh-CN" sz="4400" b="1" spc="600" dirty="0">
              <a:solidFill>
                <a:srgbClr val="FFFFFF"/>
              </a:solidFill>
              <a:latin typeface="微软雅黑" panose="020B0503020204020204" pitchFamily="34" charset="-122"/>
              <a:ea typeface="微软雅黑" panose="020B0503020204020204" pitchFamily="34" charset="-122"/>
            </a:endParaRPr>
          </a:p>
        </p:txBody>
      </p:sp>
      <p:sp>
        <p:nvSpPr>
          <p:cNvPr id="9"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pic>
        <p:nvPicPr>
          <p:cNvPr id="11" name="图片 10"/>
          <p:cNvPicPr>
            <a:picLocks noChangeAspect="1"/>
          </p:cNvPicPr>
          <p:nvPr userDrawn="1"/>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2346" r="68249"/>
          <a:stretch>
            <a:fillRect/>
          </a:stretch>
        </p:blipFill>
        <p:spPr>
          <a:xfrm>
            <a:off x="1119809" y="2801269"/>
            <a:ext cx="1181100" cy="132045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8" name="标题 13"/>
          <p:cNvSpPr>
            <a:spLocks noGrp="1"/>
          </p:cNvSpPr>
          <p:nvPr>
            <p:ph type="title"/>
          </p:nvPr>
        </p:nvSpPr>
        <p:spPr>
          <a:xfrm>
            <a:off x="1050587" y="3066615"/>
            <a:ext cx="10272409" cy="724770"/>
          </a:xfrm>
          <a:prstGeom prst="rect">
            <a:avLst/>
          </a:prstGeom>
          <a:noFill/>
          <a:effectLst/>
        </p:spPr>
        <p:txBody>
          <a:bodyPr anchor="b"/>
          <a:lstStyle>
            <a:lvl1pPr algn="ctr">
              <a:defRPr sz="4400" b="1" spc="300">
                <a:solidFill>
                  <a:srgbClr val="A62038"/>
                </a:solidFill>
              </a:defRPr>
            </a:lvl1pPr>
          </a:lstStyle>
          <a:p>
            <a:r>
              <a:rPr lang="zh-CN" altLang="en-US" dirty="0"/>
              <a:t>单击此处编辑母版标题样式</a:t>
            </a:r>
          </a:p>
        </p:txBody>
      </p:sp>
      <p:sp>
        <p:nvSpPr>
          <p:cNvPr id="19" name="文本占位符 38"/>
          <p:cNvSpPr>
            <a:spLocks noGrp="1"/>
          </p:cNvSpPr>
          <p:nvPr>
            <p:ph type="body" sz="quarter" idx="11" hasCustomPrompt="1"/>
          </p:nvPr>
        </p:nvSpPr>
        <p:spPr>
          <a:xfrm>
            <a:off x="1050587" y="4054966"/>
            <a:ext cx="10272409" cy="1534265"/>
          </a:xfrm>
          <a:prstGeom prst="rect">
            <a:avLst/>
          </a:prstGeom>
        </p:spPr>
        <p:txBody>
          <a:bodyPr/>
          <a:lstStyle>
            <a:lvl1pPr marL="0" indent="0" algn="just">
              <a:lnSpc>
                <a:spcPct val="130000"/>
              </a:lnSpc>
              <a:buNone/>
              <a:defRPr sz="2200">
                <a:solidFill>
                  <a:schemeClr val="bg1">
                    <a:lumMod val="50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sp>
        <p:nvSpPr>
          <p:cNvPr id="31" name="矩形: 剪去单角 30"/>
          <p:cNvSpPr/>
          <p:nvPr userDrawn="1"/>
        </p:nvSpPr>
        <p:spPr>
          <a:xfrm rot="5400000" flipV="1">
            <a:off x="6070791" y="736789"/>
            <a:ext cx="45719" cy="12196703"/>
          </a:xfrm>
          <a:prstGeom prst="snip1Rect">
            <a:avLst>
              <a:gd name="adj" fmla="val 0"/>
            </a:avLst>
          </a:prstGeom>
          <a:solidFill>
            <a:schemeClr val="bg2">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0" name="矩形: 圆顶角 9"/>
          <p:cNvSpPr/>
          <p:nvPr userDrawn="1"/>
        </p:nvSpPr>
        <p:spPr>
          <a:xfrm flipV="1">
            <a:off x="0" y="-1"/>
            <a:ext cx="12192000" cy="2411846"/>
          </a:xfrm>
          <a:prstGeom prst="round2SameRect">
            <a:avLst>
              <a:gd name="adj1" fmla="val 38659"/>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8" name="标题 13"/>
          <p:cNvSpPr txBox="1"/>
          <p:nvPr userDrawn="1"/>
        </p:nvSpPr>
        <p:spPr>
          <a:xfrm>
            <a:off x="9836672" y="-510395"/>
            <a:ext cx="2483796" cy="492319"/>
          </a:xfrm>
          <a:prstGeom prst="rect">
            <a:avLst/>
          </a:prstGeom>
          <a:noFill/>
          <a:effectLst/>
        </p:spPr>
        <p:txBody>
          <a:bodyPr anchor="b"/>
          <a:lstStyle>
            <a:lvl1pPr algn="ctr" defTabSz="914400" rtl="0" eaLnBrk="1" latinLnBrk="0" hangingPunct="1">
              <a:lnSpc>
                <a:spcPct val="90000"/>
              </a:lnSpc>
              <a:spcBef>
                <a:spcPct val="0"/>
              </a:spcBef>
              <a:buNone/>
              <a:defRPr sz="4400" b="1" kern="1200" spc="300">
                <a:solidFill>
                  <a:srgbClr val="A62038"/>
                </a:solidFill>
                <a:latin typeface="+mj-lt"/>
                <a:ea typeface="+mj-ea"/>
                <a:cs typeface="+mj-cs"/>
              </a:defRPr>
            </a:lvl1pPr>
          </a:lstStyle>
          <a:p>
            <a:r>
              <a:rPr lang="en-US" altLang="zh-CN" sz="1800" b="0" i="1" dirty="0"/>
              <a:t>SJTU</a:t>
            </a:r>
            <a:endParaRPr lang="zh-CN" altLang="en-US" sz="1800" b="0" i="1" dirty="0"/>
          </a:p>
        </p:txBody>
      </p:sp>
      <p:grpSp>
        <p:nvGrpSpPr>
          <p:cNvPr id="9" name="组合 8"/>
          <p:cNvGrpSpPr/>
          <p:nvPr userDrawn="1"/>
        </p:nvGrpSpPr>
        <p:grpSpPr>
          <a:xfrm>
            <a:off x="8330949" y="732786"/>
            <a:ext cx="2895851" cy="747975"/>
            <a:chOff x="1142749" y="5535283"/>
            <a:chExt cx="2895851" cy="747975"/>
          </a:xfrm>
        </p:grpSpPr>
        <p:pic>
          <p:nvPicPr>
            <p:cNvPr id="11" name="图片 10"/>
            <p:cNvPicPr>
              <a:picLocks noChangeAspect="1"/>
            </p:cNvPicPr>
            <p:nvPr/>
          </p:nvPicPr>
          <p:blipFill rotWithShape="1">
            <a:blip r:embed="rId2" cstate="screen">
              <a:lum bright="70000" contrast="-70000"/>
              <a:extLst>
                <a:ext uri="{BEBA8EAE-BF5A-486C-A8C5-ECC9F3942E4B}">
                  <a14:imgProps xmlns:a14="http://schemas.microsoft.com/office/drawing/2010/main">
                    <a14:imgLayer r:embed="rId3">
                      <a14:imgEffect>
                        <a14:brightnessContrast bright="20000" contrast="20000"/>
                      </a14:imgEffect>
                      <a14:imgEffect>
                        <a14:saturation sat="0"/>
                      </a14:imgEffect>
                    </a14:imgLayer>
                  </a14:imgProps>
                </a:ext>
              </a:extLst>
            </a:blip>
            <a:srcRect t="-39299"/>
            <a:stretch>
              <a:fillRect/>
            </a:stretch>
          </p:blipFill>
          <p:spPr>
            <a:xfrm>
              <a:off x="1231900" y="5535283"/>
              <a:ext cx="2626310" cy="455772"/>
            </a:xfrm>
            <a:prstGeom prst="rect">
              <a:avLst/>
            </a:prstGeom>
          </p:spPr>
        </p:pic>
        <p:pic>
          <p:nvPicPr>
            <p:cNvPr id="12" name="图片 11"/>
            <p:cNvPicPr>
              <a:picLocks noChangeAspect="1"/>
            </p:cNvPicPr>
            <p:nvPr/>
          </p:nvPicPr>
          <p:blipFill>
            <a:blip r:embed="rId4">
              <a:lum bright="70000" contrast="-70000"/>
            </a:blip>
            <a:stretch>
              <a:fillRect/>
            </a:stretch>
          </p:blipFill>
          <p:spPr>
            <a:xfrm>
              <a:off x="1142749" y="6027204"/>
              <a:ext cx="2895851" cy="256054"/>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7" name="矩形: 圆顶角 6"/>
          <p:cNvSpPr/>
          <p:nvPr userDrawn="1"/>
        </p:nvSpPr>
        <p:spPr>
          <a:xfrm rot="16200000" flipV="1">
            <a:off x="4364979" y="-859726"/>
            <a:ext cx="1164073" cy="9911481"/>
          </a:xfrm>
          <a:prstGeom prst="round2SameRect">
            <a:avLst>
              <a:gd name="adj1" fmla="val 50000"/>
              <a:gd name="adj2" fmla="val 0"/>
            </a:avLst>
          </a:prstGeom>
          <a:solidFill>
            <a:schemeClr val="bg1">
              <a:lumMod val="85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圆顶角 9"/>
          <p:cNvSpPr/>
          <p:nvPr userDrawn="1"/>
        </p:nvSpPr>
        <p:spPr>
          <a:xfrm rot="16200000" flipV="1">
            <a:off x="4698772" y="-2328498"/>
            <a:ext cx="1681026" cy="11078572"/>
          </a:xfrm>
          <a:prstGeom prst="round2SameRect">
            <a:avLst>
              <a:gd name="adj1" fmla="val 50000"/>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标题 13"/>
          <p:cNvSpPr>
            <a:spLocks noGrp="1"/>
          </p:cNvSpPr>
          <p:nvPr>
            <p:ph type="title"/>
          </p:nvPr>
        </p:nvSpPr>
        <p:spPr>
          <a:xfrm>
            <a:off x="1050587" y="2848403"/>
            <a:ext cx="10272409" cy="724770"/>
          </a:xfrm>
          <a:prstGeom prst="rect">
            <a:avLst/>
          </a:prstGeom>
          <a:noFill/>
          <a:effectLst/>
        </p:spPr>
        <p:txBody>
          <a:bodyPr anchor="t"/>
          <a:lstStyle>
            <a:lvl1pPr algn="l">
              <a:defRPr sz="4400" b="1" spc="300">
                <a:solidFill>
                  <a:schemeClr val="bg1"/>
                </a:solidFill>
              </a:defRPr>
            </a:lvl1pPr>
          </a:lstStyle>
          <a:p>
            <a:r>
              <a:rPr lang="zh-CN" altLang="en-US" dirty="0"/>
              <a:t>单击此处编辑母版标题样式</a:t>
            </a:r>
          </a:p>
        </p:txBody>
      </p:sp>
      <p:sp>
        <p:nvSpPr>
          <p:cNvPr id="19" name="文本占位符 38"/>
          <p:cNvSpPr>
            <a:spLocks noGrp="1"/>
          </p:cNvSpPr>
          <p:nvPr>
            <p:ph type="body" sz="quarter" idx="11" hasCustomPrompt="1"/>
          </p:nvPr>
        </p:nvSpPr>
        <p:spPr>
          <a:xfrm>
            <a:off x="1050587" y="4125798"/>
            <a:ext cx="10272409" cy="1534265"/>
          </a:xfrm>
          <a:prstGeom prst="rect">
            <a:avLst/>
          </a:prstGeom>
        </p:spPr>
        <p:txBody>
          <a:bodyPr/>
          <a:lstStyle>
            <a:lvl1pPr marL="0" indent="0" algn="just">
              <a:lnSpc>
                <a:spcPct val="130000"/>
              </a:lnSpc>
              <a:buNone/>
              <a:defRPr sz="2200">
                <a:solidFill>
                  <a:schemeClr val="bg1">
                    <a:lumMod val="50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sp>
        <p:nvSpPr>
          <p:cNvPr id="6"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chemeClr val="bg1">
                    <a:lumMod val="75000"/>
                  </a:schemeClr>
                </a:solidFill>
              </a:defRPr>
            </a:lvl1pPr>
          </a:lstStyle>
          <a:p>
            <a:fld id="{548644C6-89F0-466C-949F-E70AD72679A8}" type="slidenum">
              <a:rPr lang="zh-CN" altLang="en-US" smtClean="0"/>
              <a:t>‹#›</a:t>
            </a:fld>
            <a:endParaRPr lang="zh-CN" altLang="en-US"/>
          </a:p>
        </p:txBody>
      </p:sp>
      <p:pic>
        <p:nvPicPr>
          <p:cNvPr id="8" name="图片 7"/>
          <p:cNvPicPr>
            <a:picLocks noChangeAspect="1"/>
          </p:cNvPicPr>
          <p:nvPr userDrawn="1"/>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2346" r="68249"/>
          <a:stretch>
            <a:fillRect/>
          </a:stretch>
        </p:blipFill>
        <p:spPr>
          <a:xfrm>
            <a:off x="9793909" y="2550562"/>
            <a:ext cx="1181100" cy="132045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常规样式（1）">
    <p:spTree>
      <p:nvGrpSpPr>
        <p:cNvPr id="1" name=""/>
        <p:cNvGrpSpPr/>
        <p:nvPr/>
      </p:nvGrpSpPr>
      <p:grpSpPr>
        <a:xfrm>
          <a:off x="0" y="0"/>
          <a:ext cx="0" cy="0"/>
          <a:chOff x="0" y="0"/>
          <a:chExt cx="0" cy="0"/>
        </a:xfrm>
      </p:grpSpPr>
      <p:sp>
        <p:nvSpPr>
          <p:cNvPr id="18" name="平行四边形 17"/>
          <p:cNvSpPr/>
          <p:nvPr userDrawn="1"/>
        </p:nvSpPr>
        <p:spPr>
          <a:xfrm>
            <a:off x="0" y="1"/>
            <a:ext cx="12191483" cy="830940"/>
          </a:xfrm>
          <a:prstGeom prst="parallelogram">
            <a:avLst>
              <a:gd name="adj"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占位符 31"/>
          <p:cNvSpPr>
            <a:spLocks noGrp="1"/>
          </p:cNvSpPr>
          <p:nvPr>
            <p:ph type="body" sz="quarter" idx="11"/>
          </p:nvPr>
        </p:nvSpPr>
        <p:spPr>
          <a:xfrm>
            <a:off x="563076" y="125299"/>
            <a:ext cx="9774619"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17" name="文本占位符 16"/>
          <p:cNvSpPr>
            <a:spLocks noGrp="1"/>
          </p:cNvSpPr>
          <p:nvPr>
            <p:ph type="body" sz="quarter" idx="14" hasCustomPrompt="1"/>
          </p:nvPr>
        </p:nvSpPr>
        <p:spPr>
          <a:xfrm>
            <a:off x="537676" y="1190090"/>
            <a:ext cx="11174254" cy="4765791"/>
          </a:xfrm>
          <a:prstGeom prst="rect">
            <a:avLst/>
          </a:prstGeom>
        </p:spPr>
        <p:txBody>
          <a:bodyPr/>
          <a:lstStyle>
            <a:lvl1pPr marL="342900" indent="-342900">
              <a:lnSpc>
                <a:spcPct val="130000"/>
              </a:lnSpc>
              <a:buClr>
                <a:schemeClr val="accent1">
                  <a:lumMod val="75000"/>
                </a:schemeClr>
              </a:buClr>
              <a:buFont typeface="Wingdings" panose="05000000000000000000" pitchFamily="2" charset="2"/>
              <a:buChar char="p"/>
              <a:defRPr sz="2400" b="1" spc="300">
                <a:solidFill>
                  <a:schemeClr val="accent2">
                    <a:lumMod val="50000"/>
                  </a:schemeClr>
                </a:solidFill>
              </a:defRPr>
            </a:lvl1pPr>
            <a:lvl2pPr marL="685800" indent="-228600">
              <a:lnSpc>
                <a:spcPct val="130000"/>
              </a:lnSpc>
              <a:buClr>
                <a:schemeClr val="accent1">
                  <a:lumMod val="60000"/>
                  <a:lumOff val="40000"/>
                </a:schemeClr>
              </a:buClr>
              <a:buFont typeface="Arial" panose="020B0604020202090204" pitchFamily="34" charset="0"/>
              <a:buChar char="•"/>
              <a:defRPr sz="2400" spc="300">
                <a:solidFill>
                  <a:schemeClr val="accent2">
                    <a:lumMod val="50000"/>
                  </a:schemeClr>
                </a:solidFill>
              </a:defRPr>
            </a:lvl2pPr>
            <a:lvl3pPr marL="1143000" indent="-228600">
              <a:lnSpc>
                <a:spcPct val="130000"/>
              </a:lnSpc>
              <a:buClr>
                <a:schemeClr val="accent1">
                  <a:lumMod val="60000"/>
                  <a:lumOff val="40000"/>
                </a:schemeClr>
              </a:buClr>
              <a:buFont typeface="Arial" panose="020B0604020202090204" pitchFamily="34" charset="0"/>
              <a:buChar char="•"/>
              <a:defRPr sz="2000" spc="300">
                <a:solidFill>
                  <a:schemeClr val="accent2">
                    <a:lumMod val="50000"/>
                  </a:schemeClr>
                </a:solidFill>
              </a:defRPr>
            </a:lvl3pPr>
            <a:lvl4pPr marL="1600200" indent="-228600">
              <a:lnSpc>
                <a:spcPct val="130000"/>
              </a:lnSpc>
              <a:buClr>
                <a:schemeClr val="accent1">
                  <a:lumMod val="60000"/>
                  <a:lumOff val="40000"/>
                </a:schemeClr>
              </a:buClr>
              <a:buFont typeface="Arial" panose="020B0604020202090204" pitchFamily="34" charset="0"/>
              <a:buChar char="•"/>
              <a:defRPr sz="1800" spc="300">
                <a:solidFill>
                  <a:schemeClr val="accent2">
                    <a:lumMod val="50000"/>
                  </a:schemeClr>
                </a:solidFill>
              </a:defRPr>
            </a:lvl4pPr>
            <a:lvl5pPr marL="2057400" indent="-228600">
              <a:lnSpc>
                <a:spcPct val="130000"/>
              </a:lnSpc>
              <a:buClr>
                <a:schemeClr val="accent1">
                  <a:lumMod val="60000"/>
                  <a:lumOff val="40000"/>
                </a:schemeClr>
              </a:buClr>
              <a:buFont typeface="Arial" panose="020B0604020202090204" pitchFamily="34" charset="0"/>
              <a:buChar char="•"/>
              <a:defRPr sz="1800" spc="300">
                <a:solidFill>
                  <a:schemeClr val="accent2">
                    <a:lumMod val="50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等腰三角形 12"/>
          <p:cNvSpPr/>
          <p:nvPr userDrawn="1"/>
        </p:nvSpPr>
        <p:spPr>
          <a:xfrm rot="5400000">
            <a:off x="159636" y="354693"/>
            <a:ext cx="429986" cy="139700"/>
          </a:xfrm>
          <a:prstGeom prst="triangle">
            <a:avLst/>
          </a:prstGeom>
          <a:solidFill>
            <a:srgbClr val="CC9B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rotWithShape="1">
          <a:blip r:embed="rId2" cstate="screen">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contrast="20000"/>
                    </a14:imgEffect>
                    <a14:imgEffect>
                      <a14:saturation sat="0"/>
                    </a14:imgEffect>
                  </a14:imgLayer>
                </a14:imgProps>
              </a:ext>
            </a:extLst>
          </a:blip>
          <a:srcRect t="-39299"/>
          <a:stretch>
            <a:fillRect/>
          </a:stretch>
        </p:blipFill>
        <p:spPr>
          <a:xfrm>
            <a:off x="9299011" y="144759"/>
            <a:ext cx="2626310" cy="455772"/>
          </a:xfrm>
          <a:prstGeom prst="rect">
            <a:avLst/>
          </a:prstGeom>
        </p:spPr>
      </p:pic>
      <p:sp>
        <p:nvSpPr>
          <p:cNvPr id="9" name="灯片编号占位符 5"/>
          <p:cNvSpPr>
            <a:spLocks noGrp="1"/>
          </p:cNvSpPr>
          <p:nvPr>
            <p:ph type="sldNum" sz="quarter" idx="4"/>
          </p:nvPr>
        </p:nvSpPr>
        <p:spPr>
          <a:xfrm>
            <a:off x="11078570" y="6423126"/>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10" name="矩形: 剪去单角 9"/>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1" name="平行四边形 10"/>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rotWithShape="1">
          <a:blip r:embed="rId4">
            <a:extLst>
              <a:ext uri="{28A0092B-C50C-407E-A947-70E740481C1C}">
                <a14:useLocalDpi xmlns:a14="http://schemas.microsoft.com/office/drawing/2010/main" val="0"/>
              </a:ext>
            </a:extLst>
          </a:blip>
          <a:srcRect t="13803" b="31510"/>
          <a:stretch>
            <a:fillRect/>
          </a:stretch>
        </p:blipFill>
        <p:spPr>
          <a:xfrm>
            <a:off x="996570" y="6720427"/>
            <a:ext cx="677129" cy="12827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常规样式（2）">
    <p:spTree>
      <p:nvGrpSpPr>
        <p:cNvPr id="1" name=""/>
        <p:cNvGrpSpPr/>
        <p:nvPr/>
      </p:nvGrpSpPr>
      <p:grpSpPr>
        <a:xfrm>
          <a:off x="0" y="0"/>
          <a:ext cx="0" cy="0"/>
          <a:chOff x="0" y="0"/>
          <a:chExt cx="0" cy="0"/>
        </a:xfrm>
      </p:grpSpPr>
      <p:sp>
        <p:nvSpPr>
          <p:cNvPr id="18" name="平行四边形 17"/>
          <p:cNvSpPr/>
          <p:nvPr userDrawn="1"/>
        </p:nvSpPr>
        <p:spPr>
          <a:xfrm>
            <a:off x="0" y="1"/>
            <a:ext cx="12191483" cy="830940"/>
          </a:xfrm>
          <a:prstGeom prst="parallelogram">
            <a:avLst>
              <a:gd name="adj"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占位符 31"/>
          <p:cNvSpPr>
            <a:spLocks noGrp="1"/>
          </p:cNvSpPr>
          <p:nvPr>
            <p:ph type="body" sz="quarter" idx="11"/>
          </p:nvPr>
        </p:nvSpPr>
        <p:spPr>
          <a:xfrm>
            <a:off x="563076" y="125299"/>
            <a:ext cx="9774619"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13" name="等腰三角形 12"/>
          <p:cNvSpPr/>
          <p:nvPr userDrawn="1"/>
        </p:nvSpPr>
        <p:spPr>
          <a:xfrm rot="5400000">
            <a:off x="159636" y="354693"/>
            <a:ext cx="429986" cy="139700"/>
          </a:xfrm>
          <a:prstGeom prst="triangle">
            <a:avLst/>
          </a:prstGeom>
          <a:solidFill>
            <a:srgbClr val="CC9B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rotWithShape="1">
          <a:blip r:embed="rId2" cstate="screen">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contrast="20000"/>
                    </a14:imgEffect>
                    <a14:imgEffect>
                      <a14:saturation sat="0"/>
                    </a14:imgEffect>
                  </a14:imgLayer>
                </a14:imgProps>
              </a:ext>
            </a:extLst>
          </a:blip>
          <a:srcRect t="-39299"/>
          <a:stretch>
            <a:fillRect/>
          </a:stretch>
        </p:blipFill>
        <p:spPr>
          <a:xfrm>
            <a:off x="9299011" y="144759"/>
            <a:ext cx="2626310" cy="455772"/>
          </a:xfrm>
          <a:prstGeom prst="rect">
            <a:avLst/>
          </a:prstGeom>
        </p:spPr>
      </p:pic>
      <p:sp>
        <p:nvSpPr>
          <p:cNvPr id="9" name="灯片编号占位符 5"/>
          <p:cNvSpPr>
            <a:spLocks noGrp="1"/>
          </p:cNvSpPr>
          <p:nvPr>
            <p:ph type="sldNum" sz="quarter" idx="4"/>
          </p:nvPr>
        </p:nvSpPr>
        <p:spPr>
          <a:xfrm>
            <a:off x="11078570" y="6423126"/>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10" name="矩形: 剪去单角 9"/>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1" name="平行四边形 10"/>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rotWithShape="1">
          <a:blip r:embed="rId4">
            <a:extLst>
              <a:ext uri="{28A0092B-C50C-407E-A947-70E740481C1C}">
                <a14:useLocalDpi xmlns:a14="http://schemas.microsoft.com/office/drawing/2010/main" val="0"/>
              </a:ext>
            </a:extLst>
          </a:blip>
          <a:srcRect t="13803" b="31510"/>
          <a:stretch>
            <a:fillRect/>
          </a:stretch>
        </p:blipFill>
        <p:spPr>
          <a:xfrm>
            <a:off x="996570" y="6720427"/>
            <a:ext cx="677129" cy="12827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8" name="标题 13"/>
          <p:cNvSpPr>
            <a:spLocks noGrp="1"/>
          </p:cNvSpPr>
          <p:nvPr>
            <p:ph type="title"/>
          </p:nvPr>
        </p:nvSpPr>
        <p:spPr>
          <a:xfrm>
            <a:off x="1418471" y="1216448"/>
            <a:ext cx="10468729" cy="775349"/>
          </a:xfrm>
          <a:prstGeom prst="rect">
            <a:avLst/>
          </a:prstGeom>
          <a:noFill/>
          <a:effectLst/>
        </p:spPr>
        <p:txBody>
          <a:bodyPr anchor="ctr"/>
          <a:lstStyle>
            <a:lvl1pPr algn="l">
              <a:defRPr sz="4400" b="1" spc="300">
                <a:solidFill>
                  <a:srgbClr val="A62038"/>
                </a:solidFill>
              </a:defRPr>
            </a:lvl1pPr>
          </a:lstStyle>
          <a:p>
            <a:r>
              <a:rPr lang="zh-CN" altLang="en-US" dirty="0"/>
              <a:t>单击此处编辑母版标题样式</a:t>
            </a:r>
          </a:p>
        </p:txBody>
      </p:sp>
      <p:sp>
        <p:nvSpPr>
          <p:cNvPr id="19" name="文本占位符 38"/>
          <p:cNvSpPr>
            <a:spLocks noGrp="1"/>
          </p:cNvSpPr>
          <p:nvPr>
            <p:ph type="body" sz="quarter" idx="11" hasCustomPrompt="1"/>
          </p:nvPr>
        </p:nvSpPr>
        <p:spPr>
          <a:xfrm>
            <a:off x="1418471" y="2746674"/>
            <a:ext cx="9845113" cy="1534265"/>
          </a:xfrm>
          <a:prstGeom prst="rect">
            <a:avLst/>
          </a:prstGeom>
          <a:noFill/>
        </p:spPr>
        <p:txBody>
          <a:bodyPr/>
          <a:lstStyle>
            <a:lvl1pPr marL="0" indent="0" algn="l">
              <a:lnSpc>
                <a:spcPct val="130000"/>
              </a:lnSpc>
              <a:buNone/>
              <a:defRPr sz="2200">
                <a:solidFill>
                  <a:schemeClr val="bg1">
                    <a:lumMod val="50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cxnSp>
        <p:nvCxnSpPr>
          <p:cNvPr id="11" name="直接连接符 10"/>
          <p:cNvCxnSpPr/>
          <p:nvPr userDrawn="1"/>
        </p:nvCxnSpPr>
        <p:spPr>
          <a:xfrm>
            <a:off x="1418471" y="2344233"/>
            <a:ext cx="955432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矩形: 圆顶角 11"/>
          <p:cNvSpPr/>
          <p:nvPr userDrawn="1"/>
        </p:nvSpPr>
        <p:spPr>
          <a:xfrm rot="16200000" flipV="1">
            <a:off x="-2540271" y="3174998"/>
            <a:ext cx="5817139" cy="736601"/>
          </a:xfrm>
          <a:prstGeom prst="round2SameRect">
            <a:avLst>
              <a:gd name="adj1" fmla="val 50000"/>
              <a:gd name="adj2" fmla="val 0"/>
            </a:avLst>
          </a:prstGeom>
          <a:solidFill>
            <a:srgbClr val="A62038"/>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pic>
        <p:nvPicPr>
          <p:cNvPr id="9" name="图片 8"/>
          <p:cNvPicPr>
            <a:picLocks noChangeAspect="1"/>
          </p:cNvPicPr>
          <p:nvPr userDrawn="1"/>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100000"/>
                    </a14:imgEffect>
                    <a14:imgEffect>
                      <a14:saturation sat="0"/>
                    </a14:imgEffect>
                  </a14:imgLayer>
                </a14:imgProps>
              </a:ext>
              <a:ext uri="{28A0092B-C50C-407E-A947-70E740481C1C}">
                <a14:useLocalDpi xmlns:a14="http://schemas.microsoft.com/office/drawing/2010/main" val="0"/>
              </a:ext>
            </a:extLst>
          </a:blip>
          <a:srcRect l="2346" r="68249"/>
          <a:stretch>
            <a:fillRect/>
          </a:stretch>
        </p:blipFill>
        <p:spPr>
          <a:xfrm>
            <a:off x="86033" y="748756"/>
            <a:ext cx="564529" cy="6311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一般样式）">
    <p:spTree>
      <p:nvGrpSpPr>
        <p:cNvPr id="1" name=""/>
        <p:cNvGrpSpPr/>
        <p:nvPr/>
      </p:nvGrpSpPr>
      <p:grpSpPr>
        <a:xfrm>
          <a:off x="0" y="0"/>
          <a:ext cx="0" cy="0"/>
          <a:chOff x="0" y="0"/>
          <a:chExt cx="0" cy="0"/>
        </a:xfrm>
      </p:grpSpPr>
      <p:sp>
        <p:nvSpPr>
          <p:cNvPr id="8" name="文本占位符 31"/>
          <p:cNvSpPr>
            <a:spLocks noGrp="1"/>
          </p:cNvSpPr>
          <p:nvPr>
            <p:ph type="body" sz="quarter" idx="11"/>
          </p:nvPr>
        </p:nvSpPr>
        <p:spPr>
          <a:xfrm>
            <a:off x="892372" y="381075"/>
            <a:ext cx="9774619" cy="598488"/>
          </a:xfrm>
          <a:prstGeom prst="rect">
            <a:avLst/>
          </a:prstGeom>
        </p:spPr>
        <p:txBody>
          <a:bodyPr anchor="ctr"/>
          <a:lstStyle>
            <a:lvl1pPr marL="0" indent="0" algn="l">
              <a:lnSpc>
                <a:spcPct val="100000"/>
              </a:lnSpc>
              <a:buNone/>
              <a:defRPr sz="3200" b="1">
                <a:solidFill>
                  <a:srgbClr val="A62038"/>
                </a:solidFill>
              </a:defRPr>
            </a:lvl1pPr>
          </a:lstStyle>
          <a:p>
            <a:pPr lvl="0"/>
            <a:endParaRPr lang="zh-CN" altLang="en-US" dirty="0"/>
          </a:p>
        </p:txBody>
      </p:sp>
      <p:sp>
        <p:nvSpPr>
          <p:cNvPr id="17" name="文本占位符 16"/>
          <p:cNvSpPr>
            <a:spLocks noGrp="1"/>
          </p:cNvSpPr>
          <p:nvPr>
            <p:ph type="body" sz="quarter" idx="14" hasCustomPrompt="1"/>
          </p:nvPr>
        </p:nvSpPr>
        <p:spPr>
          <a:xfrm>
            <a:off x="1017746" y="1498600"/>
            <a:ext cx="10399554" cy="4286377"/>
          </a:xfrm>
          <a:prstGeom prst="rect">
            <a:avLst/>
          </a:prstGeom>
        </p:spPr>
        <p:txBody>
          <a:bodyPr/>
          <a:lstStyle>
            <a:lvl1pPr marL="363855" indent="-363855">
              <a:lnSpc>
                <a:spcPct val="130000"/>
              </a:lnSpc>
              <a:buClr>
                <a:srgbClr val="A62038"/>
              </a:buClr>
              <a:buFont typeface="Wingdings" panose="05000000000000000000" pitchFamily="2" charset="2"/>
              <a:buChar char="p"/>
              <a:defRPr sz="2400" b="1" spc="300">
                <a:solidFill>
                  <a:schemeClr val="tx1">
                    <a:lumMod val="75000"/>
                    <a:lumOff val="25000"/>
                  </a:schemeClr>
                </a:solidFill>
              </a:defRPr>
            </a:lvl1pPr>
            <a:lvl2pPr marL="685800" indent="-228600">
              <a:lnSpc>
                <a:spcPct val="130000"/>
              </a:lnSpc>
              <a:buClr>
                <a:srgbClr val="A62038"/>
              </a:buClr>
              <a:buFont typeface="Arial" panose="020B0604020202090204" pitchFamily="34" charset="0"/>
              <a:buChar char="•"/>
              <a:defRPr sz="2200" spc="300">
                <a:solidFill>
                  <a:schemeClr val="bg2">
                    <a:lumMod val="25000"/>
                  </a:schemeClr>
                </a:solidFill>
              </a:defRPr>
            </a:lvl2pPr>
            <a:lvl3pPr marL="1143000" indent="-228600">
              <a:lnSpc>
                <a:spcPct val="130000"/>
              </a:lnSpc>
              <a:buClr>
                <a:srgbClr val="A62038"/>
              </a:buClr>
              <a:buFont typeface="Arial" panose="020B0604020202090204" pitchFamily="34" charset="0"/>
              <a:buChar char="•"/>
              <a:defRPr sz="1800" spc="300">
                <a:solidFill>
                  <a:schemeClr val="bg2">
                    <a:lumMod val="75000"/>
                  </a:schemeClr>
                </a:solidFill>
              </a:defRPr>
            </a:lvl3pPr>
            <a:lvl4pPr marL="1600200" indent="-228600">
              <a:lnSpc>
                <a:spcPct val="130000"/>
              </a:lnSpc>
              <a:buClr>
                <a:srgbClr val="A62038"/>
              </a:buClr>
              <a:buFont typeface="Arial" panose="020B0604020202090204" pitchFamily="34" charset="0"/>
              <a:buChar char="•"/>
              <a:defRPr sz="1600" spc="300">
                <a:solidFill>
                  <a:schemeClr val="bg2">
                    <a:lumMod val="75000"/>
                  </a:schemeClr>
                </a:solidFill>
              </a:defRPr>
            </a:lvl4pPr>
            <a:lvl5pPr marL="2057400" indent="-228600">
              <a:lnSpc>
                <a:spcPct val="130000"/>
              </a:lnSpc>
              <a:buClr>
                <a:srgbClr val="A62038"/>
              </a:buClr>
              <a:buFont typeface="Arial" panose="020B0604020202090204" pitchFamily="34" charset="0"/>
              <a:buChar char="•"/>
              <a:defRPr sz="1400" spc="300">
                <a:solidFill>
                  <a:schemeClr val="bg2">
                    <a:lumMod val="7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圆顶角 8"/>
          <p:cNvSpPr/>
          <p:nvPr userDrawn="1"/>
        </p:nvSpPr>
        <p:spPr>
          <a:xfrm flipV="1">
            <a:off x="971883" y="1163586"/>
            <a:ext cx="1155300" cy="68568"/>
          </a:xfrm>
          <a:prstGeom prst="round2SameRect">
            <a:avLst>
              <a:gd name="adj1" fmla="val 50000"/>
              <a:gd name="adj2" fmla="val 5000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剪去单角 9"/>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2"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15" name="平行四边形 14"/>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t="13803" b="31510"/>
          <a:stretch>
            <a:fillRect/>
          </a:stretch>
        </p:blipFill>
        <p:spPr>
          <a:xfrm>
            <a:off x="996570" y="6720427"/>
            <a:ext cx="677129" cy="12827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无短线，有底边）">
    <p:spTree>
      <p:nvGrpSpPr>
        <p:cNvPr id="1" name=""/>
        <p:cNvGrpSpPr/>
        <p:nvPr/>
      </p:nvGrpSpPr>
      <p:grpSpPr>
        <a:xfrm>
          <a:off x="0" y="0"/>
          <a:ext cx="0" cy="0"/>
          <a:chOff x="0" y="0"/>
          <a:chExt cx="0" cy="0"/>
        </a:xfrm>
      </p:grpSpPr>
      <p:sp>
        <p:nvSpPr>
          <p:cNvPr id="8" name="文本占位符 31"/>
          <p:cNvSpPr>
            <a:spLocks noGrp="1"/>
          </p:cNvSpPr>
          <p:nvPr>
            <p:ph type="body" sz="quarter" idx="11"/>
          </p:nvPr>
        </p:nvSpPr>
        <p:spPr>
          <a:xfrm>
            <a:off x="892372" y="572674"/>
            <a:ext cx="9774619" cy="598488"/>
          </a:xfrm>
          <a:prstGeom prst="rect">
            <a:avLst/>
          </a:prstGeom>
        </p:spPr>
        <p:txBody>
          <a:bodyPr anchor="ctr"/>
          <a:lstStyle>
            <a:lvl1pPr marL="0" indent="0" algn="l">
              <a:lnSpc>
                <a:spcPct val="100000"/>
              </a:lnSpc>
              <a:buNone/>
              <a:defRPr sz="3200" b="1">
                <a:solidFill>
                  <a:srgbClr val="A62038"/>
                </a:solidFill>
              </a:defRPr>
            </a:lvl1pPr>
          </a:lstStyle>
          <a:p>
            <a:pPr lvl="0"/>
            <a:endParaRPr lang="zh-CN" altLang="en-US" dirty="0"/>
          </a:p>
        </p:txBody>
      </p:sp>
      <p:sp>
        <p:nvSpPr>
          <p:cNvPr id="17" name="文本占位符 16"/>
          <p:cNvSpPr>
            <a:spLocks noGrp="1"/>
          </p:cNvSpPr>
          <p:nvPr>
            <p:ph type="body" sz="quarter" idx="14" hasCustomPrompt="1"/>
          </p:nvPr>
        </p:nvSpPr>
        <p:spPr>
          <a:xfrm>
            <a:off x="1017746" y="1498600"/>
            <a:ext cx="10399554" cy="4286377"/>
          </a:xfrm>
          <a:prstGeom prst="rect">
            <a:avLst/>
          </a:prstGeom>
        </p:spPr>
        <p:txBody>
          <a:bodyPr/>
          <a:lstStyle>
            <a:lvl1pPr marL="363855" indent="-363855">
              <a:lnSpc>
                <a:spcPct val="130000"/>
              </a:lnSpc>
              <a:buClr>
                <a:srgbClr val="A62038"/>
              </a:buClr>
              <a:buFont typeface="Arial" panose="020B0604020202090204" pitchFamily="34" charset="0"/>
              <a:buChar char="•"/>
              <a:defRPr lang="zh-CN" altLang="en-US" sz="2400" b="1" kern="1200" spc="300" dirty="0" smtClean="0">
                <a:solidFill>
                  <a:schemeClr val="tx1">
                    <a:lumMod val="75000"/>
                    <a:lumOff val="25000"/>
                  </a:schemeClr>
                </a:solidFill>
                <a:latin typeface="+mn-lt"/>
                <a:ea typeface="+mn-ea"/>
                <a:cs typeface="+mn-cs"/>
              </a:defRPr>
            </a:lvl1pPr>
            <a:lvl2pPr marL="685800" indent="-228600">
              <a:lnSpc>
                <a:spcPct val="130000"/>
              </a:lnSpc>
              <a:buClr>
                <a:srgbClr val="A62038"/>
              </a:buClr>
              <a:buFont typeface="Arial" panose="020B0604020202090204" pitchFamily="34" charset="0"/>
              <a:buChar char="•"/>
              <a:defRPr sz="2200" spc="300">
                <a:solidFill>
                  <a:schemeClr val="bg2">
                    <a:lumMod val="25000"/>
                  </a:schemeClr>
                </a:solidFill>
              </a:defRPr>
            </a:lvl2pPr>
            <a:lvl3pPr marL="1143000" indent="-228600">
              <a:lnSpc>
                <a:spcPct val="130000"/>
              </a:lnSpc>
              <a:buClr>
                <a:srgbClr val="A62038"/>
              </a:buClr>
              <a:buFont typeface="Arial" panose="020B0604020202090204" pitchFamily="34" charset="0"/>
              <a:buChar char="•"/>
              <a:defRPr sz="1800" spc="300">
                <a:solidFill>
                  <a:schemeClr val="tx1">
                    <a:lumMod val="50000"/>
                    <a:lumOff val="50000"/>
                  </a:schemeClr>
                </a:solidFill>
              </a:defRPr>
            </a:lvl3pPr>
            <a:lvl4pPr marL="1600200" indent="-228600">
              <a:lnSpc>
                <a:spcPct val="130000"/>
              </a:lnSpc>
              <a:buClr>
                <a:srgbClr val="A62038"/>
              </a:buClr>
              <a:buFont typeface="Arial" panose="020B0604020202090204" pitchFamily="34" charset="0"/>
              <a:buChar char="•"/>
              <a:defRPr sz="1600" spc="300">
                <a:solidFill>
                  <a:schemeClr val="tx1">
                    <a:lumMod val="50000"/>
                    <a:lumOff val="50000"/>
                  </a:schemeClr>
                </a:solidFill>
              </a:defRPr>
            </a:lvl4pPr>
            <a:lvl5pPr marL="2057400" indent="-228600">
              <a:lnSpc>
                <a:spcPct val="130000"/>
              </a:lnSpc>
              <a:buClr>
                <a:srgbClr val="A62038"/>
              </a:buClr>
              <a:buFont typeface="Arial" panose="020B0604020202090204" pitchFamily="34" charset="0"/>
              <a:buChar char="•"/>
              <a:defRPr sz="1400" spc="300">
                <a:solidFill>
                  <a:schemeClr val="tx1">
                    <a:lumMod val="50000"/>
                    <a:lumOff val="50000"/>
                  </a:schemeClr>
                </a:solidFill>
              </a:defRPr>
            </a:lvl5pPr>
          </a:lstStyle>
          <a:p>
            <a:pPr marL="363855" lvl="0" indent="-363855" algn="l" defTabSz="914400" rtl="0" eaLnBrk="1" latinLnBrk="0" hangingPunct="1">
              <a:lnSpc>
                <a:spcPct val="130000"/>
              </a:lnSpc>
              <a:spcBef>
                <a:spcPts val="1000"/>
              </a:spcBef>
              <a:buClr>
                <a:srgbClr val="A62038"/>
              </a:buClr>
              <a:buFont typeface="Wingdings" panose="05000000000000000000" pitchFamily="2" charset="2"/>
              <a:buChar char="p"/>
            </a:pPr>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剪去单角 8"/>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0"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12" name="平行四边形 11"/>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t="13803" b="31510"/>
          <a:stretch>
            <a:fillRect/>
          </a:stretch>
        </p:blipFill>
        <p:spPr>
          <a:xfrm>
            <a:off x="996570" y="6720427"/>
            <a:ext cx="677129" cy="128273"/>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其他常规样式（2）">
    <p:spTree>
      <p:nvGrpSpPr>
        <p:cNvPr id="1" name=""/>
        <p:cNvGrpSpPr/>
        <p:nvPr/>
      </p:nvGrpSpPr>
      <p:grpSpPr>
        <a:xfrm>
          <a:off x="0" y="0"/>
          <a:ext cx="0" cy="0"/>
          <a:chOff x="0" y="0"/>
          <a:chExt cx="0" cy="0"/>
        </a:xfrm>
      </p:grpSpPr>
      <p:sp>
        <p:nvSpPr>
          <p:cNvPr id="12" name="平行四边形 11"/>
          <p:cNvSpPr/>
          <p:nvPr userDrawn="1"/>
        </p:nvSpPr>
        <p:spPr>
          <a:xfrm>
            <a:off x="734070" y="813695"/>
            <a:ext cx="10815273" cy="126607"/>
          </a:xfrm>
          <a:custGeom>
            <a:avLst/>
            <a:gdLst>
              <a:gd name="connsiteX0" fmla="*/ 0 w 10815273"/>
              <a:gd name="connsiteY0" fmla="*/ 126607 h 126607"/>
              <a:gd name="connsiteX1" fmla="*/ 45838 w 10815273"/>
              <a:gd name="connsiteY1" fmla="*/ 0 h 126607"/>
              <a:gd name="connsiteX2" fmla="*/ 10815273 w 10815273"/>
              <a:gd name="connsiteY2" fmla="*/ 0 h 126607"/>
              <a:gd name="connsiteX3" fmla="*/ 10769435 w 10815273"/>
              <a:gd name="connsiteY3" fmla="*/ 126607 h 126607"/>
              <a:gd name="connsiteX4" fmla="*/ 0 w 10815273"/>
              <a:gd name="connsiteY4" fmla="*/ 126607 h 126607"/>
              <a:gd name="connsiteX0-1" fmla="*/ 0 w 10815273"/>
              <a:gd name="connsiteY0-2" fmla="*/ 126607 h 126607"/>
              <a:gd name="connsiteX1-3" fmla="*/ 45838 w 10815273"/>
              <a:gd name="connsiteY1-4" fmla="*/ 0 h 126607"/>
              <a:gd name="connsiteX2-5" fmla="*/ 10815273 w 10815273"/>
              <a:gd name="connsiteY2-6" fmla="*/ 0 h 126607"/>
              <a:gd name="connsiteX3-7" fmla="*/ 10762291 w 10815273"/>
              <a:gd name="connsiteY3-8" fmla="*/ 126607 h 126607"/>
              <a:gd name="connsiteX4-9" fmla="*/ 0 w 10815273"/>
              <a:gd name="connsiteY4-10" fmla="*/ 126607 h 12660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815273" h="126607">
                <a:moveTo>
                  <a:pt x="0" y="126607"/>
                </a:moveTo>
                <a:lnTo>
                  <a:pt x="45838" y="0"/>
                </a:lnTo>
                <a:lnTo>
                  <a:pt x="10815273" y="0"/>
                </a:lnTo>
                <a:lnTo>
                  <a:pt x="10762291" y="126607"/>
                </a:lnTo>
                <a:lnTo>
                  <a:pt x="0" y="126607"/>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12695" y="266963"/>
            <a:ext cx="10555568" cy="557346"/>
          </a:xfrm>
        </p:spPr>
        <p:txBody>
          <a:bodyPr anchor="ctr">
            <a:normAutofit/>
          </a:bodyPr>
          <a:lstStyle>
            <a:lvl1pPr>
              <a:lnSpc>
                <a:spcPct val="100000"/>
              </a:lnSpc>
              <a:defRPr kumimoji="1" lang="zh-CN" altLang="en-US" sz="3200" b="1" kern="1200" dirty="0">
                <a:solidFill>
                  <a:srgbClr val="A62038"/>
                </a:solidFill>
                <a:latin typeface="Book Antiqua" panose="02040602050305030304" charset="0"/>
                <a:ea typeface="微软雅黑" panose="020B0503020204020204" pitchFamily="34" charset="-122"/>
                <a:cs typeface="黑体" panose="02010609060101010101" charset="-122"/>
              </a:defRPr>
            </a:lvl1pPr>
          </a:lstStyle>
          <a:p>
            <a:r>
              <a:rPr lang="zh-CN" altLang="en-US" dirty="0"/>
              <a:t>单击此处编辑母版标题样式</a:t>
            </a:r>
          </a:p>
        </p:txBody>
      </p:sp>
      <p:sp>
        <p:nvSpPr>
          <p:cNvPr id="19" name="矩形 18"/>
          <p:cNvSpPr/>
          <p:nvPr/>
        </p:nvSpPr>
        <p:spPr>
          <a:xfrm>
            <a:off x="612638" y="266584"/>
            <a:ext cx="68533" cy="733681"/>
          </a:xfrm>
          <a:prstGeom prst="rect">
            <a:avLst/>
          </a:prstGeom>
          <a:solidFill>
            <a:schemeClr val="bg1">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平行四边形 13"/>
          <p:cNvSpPr/>
          <p:nvPr userDrawn="1"/>
        </p:nvSpPr>
        <p:spPr>
          <a:xfrm rot="16200000" flipV="1">
            <a:off x="336364" y="610563"/>
            <a:ext cx="733680" cy="45718"/>
          </a:xfrm>
          <a:custGeom>
            <a:avLst/>
            <a:gdLst>
              <a:gd name="connsiteX0" fmla="*/ 0 w 771798"/>
              <a:gd name="connsiteY0" fmla="*/ 81259 h 81259"/>
              <a:gd name="connsiteX1" fmla="*/ 121596 w 771798"/>
              <a:gd name="connsiteY1" fmla="*/ 0 h 81259"/>
              <a:gd name="connsiteX2" fmla="*/ 771798 w 771798"/>
              <a:gd name="connsiteY2" fmla="*/ 0 h 81259"/>
              <a:gd name="connsiteX3" fmla="*/ 650202 w 771798"/>
              <a:gd name="connsiteY3" fmla="*/ 81259 h 81259"/>
              <a:gd name="connsiteX4" fmla="*/ 0 w 771798"/>
              <a:gd name="connsiteY4" fmla="*/ 81259 h 81259"/>
              <a:gd name="connsiteX0-1" fmla="*/ 0 w 774027"/>
              <a:gd name="connsiteY0-2" fmla="*/ 81259 h 81259"/>
              <a:gd name="connsiteX1-3" fmla="*/ 121596 w 774027"/>
              <a:gd name="connsiteY1-4" fmla="*/ 0 h 81259"/>
              <a:gd name="connsiteX2-5" fmla="*/ 771798 w 774027"/>
              <a:gd name="connsiteY2-6" fmla="*/ 0 h 81259"/>
              <a:gd name="connsiteX3-7" fmla="*/ 774027 w 774027"/>
              <a:gd name="connsiteY3-8" fmla="*/ 80068 h 81259"/>
              <a:gd name="connsiteX4-9" fmla="*/ 0 w 774027"/>
              <a:gd name="connsiteY4-10" fmla="*/ 81259 h 81259"/>
              <a:gd name="connsiteX0-11" fmla="*/ 0 w 772836"/>
              <a:gd name="connsiteY0-12" fmla="*/ 81259 h 81259"/>
              <a:gd name="connsiteX1-13" fmla="*/ 121596 w 772836"/>
              <a:gd name="connsiteY1-14" fmla="*/ 0 h 81259"/>
              <a:gd name="connsiteX2-15" fmla="*/ 771798 w 772836"/>
              <a:gd name="connsiteY2-16" fmla="*/ 0 h 81259"/>
              <a:gd name="connsiteX3-17" fmla="*/ 772836 w 772836"/>
              <a:gd name="connsiteY3-18" fmla="*/ 81258 h 81259"/>
              <a:gd name="connsiteX4-19" fmla="*/ 0 w 772836"/>
              <a:gd name="connsiteY4-20" fmla="*/ 81259 h 81259"/>
              <a:gd name="connsiteX0-21" fmla="*/ 0 w 772836"/>
              <a:gd name="connsiteY0-22" fmla="*/ 81260 h 81260"/>
              <a:gd name="connsiteX1-23" fmla="*/ 121596 w 772836"/>
              <a:gd name="connsiteY1-24" fmla="*/ 1 h 81260"/>
              <a:gd name="connsiteX2-25" fmla="*/ 740004 w 772836"/>
              <a:gd name="connsiteY2-26" fmla="*/ 0 h 81260"/>
              <a:gd name="connsiteX3-27" fmla="*/ 772836 w 772836"/>
              <a:gd name="connsiteY3-28" fmla="*/ 81259 h 81260"/>
              <a:gd name="connsiteX4-29" fmla="*/ 0 w 772836"/>
              <a:gd name="connsiteY4-30" fmla="*/ 81260 h 81260"/>
              <a:gd name="connsiteX0-31" fmla="*/ 0 w 772836"/>
              <a:gd name="connsiteY0-32" fmla="*/ 81260 h 81260"/>
              <a:gd name="connsiteX1-33" fmla="*/ 117680 w 772836"/>
              <a:gd name="connsiteY1-34" fmla="*/ 1 h 81260"/>
              <a:gd name="connsiteX2-35" fmla="*/ 740004 w 772836"/>
              <a:gd name="connsiteY2-36" fmla="*/ 0 h 81260"/>
              <a:gd name="connsiteX3-37" fmla="*/ 772836 w 772836"/>
              <a:gd name="connsiteY3-38" fmla="*/ 81259 h 81260"/>
              <a:gd name="connsiteX4-39" fmla="*/ 0 w 772836"/>
              <a:gd name="connsiteY4-40" fmla="*/ 81260 h 81260"/>
              <a:gd name="connsiteX0-41" fmla="*/ 0 w 772836"/>
              <a:gd name="connsiteY0-42" fmla="*/ 81258 h 81258"/>
              <a:gd name="connsiteX1-43" fmla="*/ 117680 w 772836"/>
              <a:gd name="connsiteY1-44" fmla="*/ -1 h 81258"/>
              <a:gd name="connsiteX2-45" fmla="*/ 732479 w 772836"/>
              <a:gd name="connsiteY2-46" fmla="*/ 8457 h 81258"/>
              <a:gd name="connsiteX3-47" fmla="*/ 772836 w 772836"/>
              <a:gd name="connsiteY3-48" fmla="*/ 81257 h 81258"/>
              <a:gd name="connsiteX4-49" fmla="*/ 0 w 772836"/>
              <a:gd name="connsiteY4-50" fmla="*/ 81258 h 8125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2836" h="81258">
                <a:moveTo>
                  <a:pt x="0" y="81258"/>
                </a:moveTo>
                <a:lnTo>
                  <a:pt x="117680" y="-1"/>
                </a:lnTo>
                <a:lnTo>
                  <a:pt x="732479" y="8457"/>
                </a:lnTo>
                <a:lnTo>
                  <a:pt x="772836" y="81257"/>
                </a:lnTo>
                <a:lnTo>
                  <a:pt x="0" y="81258"/>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userDrawn="1"/>
        </p:nvSpPr>
        <p:spPr>
          <a:xfrm rot="16200000" flipV="1">
            <a:off x="425971" y="584317"/>
            <a:ext cx="621300" cy="45719"/>
          </a:xfrm>
          <a:custGeom>
            <a:avLst/>
            <a:gdLst>
              <a:gd name="connsiteX0" fmla="*/ 0 w 771798"/>
              <a:gd name="connsiteY0" fmla="*/ 81259 h 81259"/>
              <a:gd name="connsiteX1" fmla="*/ 121596 w 771798"/>
              <a:gd name="connsiteY1" fmla="*/ 0 h 81259"/>
              <a:gd name="connsiteX2" fmla="*/ 771798 w 771798"/>
              <a:gd name="connsiteY2" fmla="*/ 0 h 81259"/>
              <a:gd name="connsiteX3" fmla="*/ 650202 w 771798"/>
              <a:gd name="connsiteY3" fmla="*/ 81259 h 81259"/>
              <a:gd name="connsiteX4" fmla="*/ 0 w 771798"/>
              <a:gd name="connsiteY4" fmla="*/ 81259 h 81259"/>
              <a:gd name="connsiteX0-1" fmla="*/ 0 w 774027"/>
              <a:gd name="connsiteY0-2" fmla="*/ 81259 h 81259"/>
              <a:gd name="connsiteX1-3" fmla="*/ 121596 w 774027"/>
              <a:gd name="connsiteY1-4" fmla="*/ 0 h 81259"/>
              <a:gd name="connsiteX2-5" fmla="*/ 771798 w 774027"/>
              <a:gd name="connsiteY2-6" fmla="*/ 0 h 81259"/>
              <a:gd name="connsiteX3-7" fmla="*/ 774027 w 774027"/>
              <a:gd name="connsiteY3-8" fmla="*/ 80068 h 81259"/>
              <a:gd name="connsiteX4-9" fmla="*/ 0 w 774027"/>
              <a:gd name="connsiteY4-10" fmla="*/ 81259 h 81259"/>
              <a:gd name="connsiteX0-11" fmla="*/ 0 w 772836"/>
              <a:gd name="connsiteY0-12" fmla="*/ 81259 h 81259"/>
              <a:gd name="connsiteX1-13" fmla="*/ 121596 w 772836"/>
              <a:gd name="connsiteY1-14" fmla="*/ 0 h 81259"/>
              <a:gd name="connsiteX2-15" fmla="*/ 771798 w 772836"/>
              <a:gd name="connsiteY2-16" fmla="*/ 0 h 81259"/>
              <a:gd name="connsiteX3-17" fmla="*/ 772836 w 772836"/>
              <a:gd name="connsiteY3-18" fmla="*/ 81258 h 81259"/>
              <a:gd name="connsiteX4-19" fmla="*/ 0 w 772836"/>
              <a:gd name="connsiteY4-20" fmla="*/ 81259 h 81259"/>
              <a:gd name="connsiteX0-21" fmla="*/ 0 w 772836"/>
              <a:gd name="connsiteY0-22" fmla="*/ 81260 h 81260"/>
              <a:gd name="connsiteX1-23" fmla="*/ 121596 w 772836"/>
              <a:gd name="connsiteY1-24" fmla="*/ 1 h 81260"/>
              <a:gd name="connsiteX2-25" fmla="*/ 740004 w 772836"/>
              <a:gd name="connsiteY2-26" fmla="*/ 0 h 81260"/>
              <a:gd name="connsiteX3-27" fmla="*/ 772836 w 772836"/>
              <a:gd name="connsiteY3-28" fmla="*/ 81259 h 81260"/>
              <a:gd name="connsiteX4-29" fmla="*/ 0 w 772836"/>
              <a:gd name="connsiteY4-30" fmla="*/ 81260 h 81260"/>
              <a:gd name="connsiteX0-31" fmla="*/ 0 w 772836"/>
              <a:gd name="connsiteY0-32" fmla="*/ 85126 h 85126"/>
              <a:gd name="connsiteX1-33" fmla="*/ 166847 w 772836"/>
              <a:gd name="connsiteY1-34" fmla="*/ 0 h 85126"/>
              <a:gd name="connsiteX2-35" fmla="*/ 740004 w 772836"/>
              <a:gd name="connsiteY2-36" fmla="*/ 3866 h 85126"/>
              <a:gd name="connsiteX3-37" fmla="*/ 772836 w 772836"/>
              <a:gd name="connsiteY3-38" fmla="*/ 85125 h 85126"/>
              <a:gd name="connsiteX4-39" fmla="*/ 0 w 772836"/>
              <a:gd name="connsiteY4-40" fmla="*/ 85126 h 85126"/>
              <a:gd name="connsiteX0-41" fmla="*/ 0 w 780109"/>
              <a:gd name="connsiteY0-42" fmla="*/ 82225 h 85125"/>
              <a:gd name="connsiteX1-43" fmla="*/ 174120 w 780109"/>
              <a:gd name="connsiteY1-44" fmla="*/ 0 h 85125"/>
              <a:gd name="connsiteX2-45" fmla="*/ 747277 w 780109"/>
              <a:gd name="connsiteY2-46" fmla="*/ 3866 h 85125"/>
              <a:gd name="connsiteX3-47" fmla="*/ 780109 w 780109"/>
              <a:gd name="connsiteY3-48" fmla="*/ 85125 h 85125"/>
              <a:gd name="connsiteX4-49" fmla="*/ 0 w 780109"/>
              <a:gd name="connsiteY4-50" fmla="*/ 82225 h 85125"/>
              <a:gd name="connsiteX0-51" fmla="*/ 0 w 780109"/>
              <a:gd name="connsiteY0-52" fmla="*/ 82225 h 85125"/>
              <a:gd name="connsiteX1-53" fmla="*/ 174120 w 780109"/>
              <a:gd name="connsiteY1-54" fmla="*/ 0 h 85125"/>
              <a:gd name="connsiteX2-55" fmla="*/ 742429 w 780109"/>
              <a:gd name="connsiteY2-56" fmla="*/ 3865 h 85125"/>
              <a:gd name="connsiteX3-57" fmla="*/ 780109 w 780109"/>
              <a:gd name="connsiteY3-58" fmla="*/ 85125 h 85125"/>
              <a:gd name="connsiteX4-59" fmla="*/ 0 w 780109"/>
              <a:gd name="connsiteY4-60" fmla="*/ 82225 h 85125"/>
              <a:gd name="connsiteX0-61" fmla="*/ 0 w 780109"/>
              <a:gd name="connsiteY0-62" fmla="*/ 85126 h 88026"/>
              <a:gd name="connsiteX1-63" fmla="*/ 154727 w 780109"/>
              <a:gd name="connsiteY1-64" fmla="*/ 0 h 88026"/>
              <a:gd name="connsiteX2-65" fmla="*/ 742429 w 780109"/>
              <a:gd name="connsiteY2-66" fmla="*/ 6766 h 88026"/>
              <a:gd name="connsiteX3-67" fmla="*/ 780109 w 780109"/>
              <a:gd name="connsiteY3-68" fmla="*/ 88026 h 88026"/>
              <a:gd name="connsiteX4-69" fmla="*/ 0 w 780109"/>
              <a:gd name="connsiteY4-70" fmla="*/ 85126 h 88026"/>
              <a:gd name="connsiteX0-71" fmla="*/ 0 w 780109"/>
              <a:gd name="connsiteY0-72" fmla="*/ 85126 h 88026"/>
              <a:gd name="connsiteX1-73" fmla="*/ 154727 w 780109"/>
              <a:gd name="connsiteY1-74" fmla="*/ 0 h 88026"/>
              <a:gd name="connsiteX2-75" fmla="*/ 735156 w 780109"/>
              <a:gd name="connsiteY2-76" fmla="*/ 6765 h 88026"/>
              <a:gd name="connsiteX3-77" fmla="*/ 780109 w 780109"/>
              <a:gd name="connsiteY3-78" fmla="*/ 88026 h 88026"/>
              <a:gd name="connsiteX4-79" fmla="*/ 0 w 780109"/>
              <a:gd name="connsiteY4-80" fmla="*/ 85126 h 8802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0109" h="88026">
                <a:moveTo>
                  <a:pt x="0" y="85126"/>
                </a:moveTo>
                <a:lnTo>
                  <a:pt x="154727" y="0"/>
                </a:lnTo>
                <a:lnTo>
                  <a:pt x="735156" y="6765"/>
                </a:lnTo>
                <a:lnTo>
                  <a:pt x="780109" y="88026"/>
                </a:lnTo>
                <a:lnTo>
                  <a:pt x="0" y="85126"/>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占位符 16"/>
          <p:cNvSpPr>
            <a:spLocks noGrp="1"/>
          </p:cNvSpPr>
          <p:nvPr userDrawn="1">
            <p:ph type="body" sz="quarter" idx="14" hasCustomPrompt="1"/>
          </p:nvPr>
        </p:nvSpPr>
        <p:spPr>
          <a:xfrm>
            <a:off x="757873" y="1198241"/>
            <a:ext cx="10716011" cy="4871986"/>
          </a:xfrm>
          <a:prstGeom prst="rect">
            <a:avLst/>
          </a:prstGeom>
        </p:spPr>
        <p:txBody>
          <a:bodyPr/>
          <a:lstStyle>
            <a:lvl1pPr marL="228600" indent="-228600">
              <a:lnSpc>
                <a:spcPct val="130000"/>
              </a:lnSpc>
              <a:buFontTx/>
              <a:buBlip>
                <a:blip r:embed="rId2"/>
              </a:buBlip>
              <a:defRPr lang="zh-CN" altLang="en-US" sz="2400" b="1" kern="1200" spc="300" dirty="0">
                <a:solidFill>
                  <a:schemeClr val="accent2">
                    <a:lumMod val="50000"/>
                  </a:schemeClr>
                </a:solidFill>
                <a:latin typeface="+mn-lt"/>
                <a:ea typeface="+mn-ea"/>
                <a:cs typeface="+mn-cs"/>
              </a:defRPr>
            </a:lvl1pPr>
            <a:lvl2pPr marL="685800" indent="-228600" algn="l" defTabSz="914400" rtl="0" eaLnBrk="1" latinLnBrk="0" hangingPunct="1">
              <a:lnSpc>
                <a:spcPct val="130000"/>
              </a:lnSpc>
              <a:spcBef>
                <a:spcPts val="500"/>
              </a:spcBef>
              <a:buClr>
                <a:schemeClr val="accent1">
                  <a:lumMod val="60000"/>
                  <a:lumOff val="40000"/>
                </a:schemeClr>
              </a:buClr>
              <a:buFont typeface="Arial" panose="020B0604020202090204" pitchFamily="34" charset="0"/>
              <a:buChar char="•"/>
              <a:defRPr lang="zh-CN" altLang="en-US" sz="2400" kern="1200" spc="300" dirty="0">
                <a:solidFill>
                  <a:schemeClr val="accent2">
                    <a:lumMod val="50000"/>
                  </a:schemeClr>
                </a:solidFill>
                <a:latin typeface="+mn-lt"/>
                <a:ea typeface="+mn-ea"/>
                <a:cs typeface="+mn-cs"/>
              </a:defRPr>
            </a:lvl2pPr>
            <a:lvl3pPr marL="1143000" indent="-228600" algn="l" defTabSz="914400" rtl="0" eaLnBrk="1" latinLnBrk="0" hangingPunct="1">
              <a:lnSpc>
                <a:spcPct val="130000"/>
              </a:lnSpc>
              <a:spcBef>
                <a:spcPts val="500"/>
              </a:spcBef>
              <a:buClr>
                <a:schemeClr val="accent1">
                  <a:lumMod val="60000"/>
                  <a:lumOff val="40000"/>
                </a:schemeClr>
              </a:buClr>
              <a:buFont typeface="Arial" panose="020B0604020202090204" pitchFamily="34" charset="0"/>
              <a:buChar char="•"/>
              <a:defRPr lang="zh-CN" altLang="en-US" sz="2000" kern="1200" spc="300" dirty="0">
                <a:solidFill>
                  <a:schemeClr val="accent2">
                    <a:lumMod val="50000"/>
                  </a:schemeClr>
                </a:solidFill>
                <a:latin typeface="+mn-lt"/>
                <a:ea typeface="+mn-ea"/>
                <a:cs typeface="+mn-cs"/>
              </a:defRPr>
            </a:lvl3pPr>
            <a:lvl4pPr marL="1600200" indent="-228600" algn="l" defTabSz="914400" rtl="0" eaLnBrk="1" latinLnBrk="0" hangingPunct="1">
              <a:lnSpc>
                <a:spcPct val="130000"/>
              </a:lnSpc>
              <a:spcBef>
                <a:spcPts val="500"/>
              </a:spcBef>
              <a:buClr>
                <a:schemeClr val="accent1">
                  <a:lumMod val="60000"/>
                  <a:lumOff val="40000"/>
                </a:schemeClr>
              </a:buClr>
              <a:buFont typeface="Arial" panose="020B0604020202090204" pitchFamily="34" charset="0"/>
              <a:buChar char="•"/>
              <a:defRPr lang="zh-CN" altLang="en-US" sz="1800" kern="1200" spc="300" dirty="0">
                <a:solidFill>
                  <a:schemeClr val="accent2">
                    <a:lumMod val="50000"/>
                  </a:schemeClr>
                </a:solidFill>
                <a:latin typeface="+mn-lt"/>
                <a:ea typeface="+mn-ea"/>
                <a:cs typeface="+mn-cs"/>
              </a:defRPr>
            </a:lvl4pPr>
            <a:lvl5pPr marL="2057400" indent="-228600" algn="l" defTabSz="914400" rtl="0" eaLnBrk="1" latinLnBrk="0" hangingPunct="1">
              <a:lnSpc>
                <a:spcPct val="130000"/>
              </a:lnSpc>
              <a:spcBef>
                <a:spcPts val="500"/>
              </a:spcBef>
              <a:buClr>
                <a:schemeClr val="accent1">
                  <a:lumMod val="60000"/>
                  <a:lumOff val="40000"/>
                </a:schemeClr>
              </a:buClr>
              <a:buFont typeface="Arial" panose="020B0604020202090204" pitchFamily="34" charset="0"/>
              <a:buChar char="•"/>
              <a:defRPr lang="zh-CN" altLang="en-US" sz="1800" kern="1200" spc="300" dirty="0">
                <a:solidFill>
                  <a:schemeClr val="accent2">
                    <a:lumMod val="50000"/>
                  </a:schemeClr>
                </a:solidFill>
                <a:latin typeface="+mn-lt"/>
                <a:ea typeface="+mn-ea"/>
                <a:cs typeface="+mn-cs"/>
              </a:defRPr>
            </a:lvl5pPr>
          </a:lstStyle>
          <a:p>
            <a:pPr marL="363855" lvl="0" indent="-363855" algn="l" defTabSz="914400" rtl="0" eaLnBrk="1" latinLnBrk="0" hangingPunct="1">
              <a:lnSpc>
                <a:spcPct val="130000"/>
              </a:lnSpc>
              <a:spcBef>
                <a:spcPts val="1000"/>
              </a:spcBef>
              <a:buFontTx/>
              <a:buBlip>
                <a:blip r:embed="rId2"/>
              </a:buBlip>
            </a:pPr>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矩形 14"/>
          <p:cNvSpPr/>
          <p:nvPr userDrawn="1"/>
        </p:nvSpPr>
        <p:spPr>
          <a:xfrm>
            <a:off x="709830" y="940303"/>
            <a:ext cx="10784464" cy="59962"/>
          </a:xfrm>
          <a:custGeom>
            <a:avLst/>
            <a:gdLst>
              <a:gd name="connsiteX0" fmla="*/ 0 w 10763287"/>
              <a:gd name="connsiteY0" fmla="*/ 0 h 56787"/>
              <a:gd name="connsiteX1" fmla="*/ 10763287 w 10763287"/>
              <a:gd name="connsiteY1" fmla="*/ 0 h 56787"/>
              <a:gd name="connsiteX2" fmla="*/ 10763287 w 10763287"/>
              <a:gd name="connsiteY2" fmla="*/ 56787 h 56787"/>
              <a:gd name="connsiteX3" fmla="*/ 0 w 10763287"/>
              <a:gd name="connsiteY3" fmla="*/ 56787 h 56787"/>
              <a:gd name="connsiteX4" fmla="*/ 0 w 10763287"/>
              <a:gd name="connsiteY4" fmla="*/ 0 h 56787"/>
              <a:gd name="connsiteX0-1" fmla="*/ 22225 w 10785512"/>
              <a:gd name="connsiteY0-2" fmla="*/ 0 h 56787"/>
              <a:gd name="connsiteX1-3" fmla="*/ 10785512 w 10785512"/>
              <a:gd name="connsiteY1-4" fmla="*/ 0 h 56787"/>
              <a:gd name="connsiteX2-5" fmla="*/ 10785512 w 10785512"/>
              <a:gd name="connsiteY2-6" fmla="*/ 56787 h 56787"/>
              <a:gd name="connsiteX3-7" fmla="*/ 0 w 10785512"/>
              <a:gd name="connsiteY3-8" fmla="*/ 53612 h 56787"/>
              <a:gd name="connsiteX4-9" fmla="*/ 22225 w 10785512"/>
              <a:gd name="connsiteY4-10" fmla="*/ 0 h 56787"/>
              <a:gd name="connsiteX0-11" fmla="*/ 22225 w 10785512"/>
              <a:gd name="connsiteY0-12" fmla="*/ 0 h 56787"/>
              <a:gd name="connsiteX1-13" fmla="*/ 10785512 w 10785512"/>
              <a:gd name="connsiteY1-14" fmla="*/ 0 h 56787"/>
              <a:gd name="connsiteX2-15" fmla="*/ 10785512 w 10785512"/>
              <a:gd name="connsiteY2-16" fmla="*/ 56787 h 56787"/>
              <a:gd name="connsiteX3-17" fmla="*/ 0 w 10785512"/>
              <a:gd name="connsiteY3-18" fmla="*/ 53612 h 56787"/>
              <a:gd name="connsiteX4-19" fmla="*/ 22225 w 10785512"/>
              <a:gd name="connsiteY4-20" fmla="*/ 0 h 56787"/>
              <a:gd name="connsiteX0-21" fmla="*/ 22225 w 10785512"/>
              <a:gd name="connsiteY0-22" fmla="*/ 0 h 59962"/>
              <a:gd name="connsiteX1-23" fmla="*/ 10785512 w 10785512"/>
              <a:gd name="connsiteY1-24" fmla="*/ 0 h 59962"/>
              <a:gd name="connsiteX2-25" fmla="*/ 10785512 w 10785512"/>
              <a:gd name="connsiteY2-26" fmla="*/ 56787 h 59962"/>
              <a:gd name="connsiteX3-27" fmla="*/ 0 w 10785512"/>
              <a:gd name="connsiteY3-28" fmla="*/ 59962 h 59962"/>
              <a:gd name="connsiteX4-29" fmla="*/ 22225 w 10785512"/>
              <a:gd name="connsiteY4-30" fmla="*/ 0 h 599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85512" h="59962">
                <a:moveTo>
                  <a:pt x="22225" y="0"/>
                </a:moveTo>
                <a:lnTo>
                  <a:pt x="10785512" y="0"/>
                </a:lnTo>
                <a:lnTo>
                  <a:pt x="10785512" y="56787"/>
                </a:lnTo>
                <a:lnTo>
                  <a:pt x="0" y="59962"/>
                </a:lnTo>
                <a:lnTo>
                  <a:pt x="22225"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p:cNvPicPr>
            <a:picLocks noChangeAspect="1"/>
          </p:cNvPicPr>
          <p:nvPr userDrawn="1"/>
        </p:nvPicPr>
        <p:blipFill rotWithShape="1">
          <a:blip r:embed="rId3" cstate="screen">
            <a:biLevel thresh="75000"/>
            <a:extLst>
              <a:ext uri="{BEBA8EAE-BF5A-486C-A8C5-ECC9F3942E4B}">
                <a14:imgProps xmlns:a14="http://schemas.microsoft.com/office/drawing/2010/main">
                  <a14:imgLayer r:embed="rId4">
                    <a14:imgEffect>
                      <a14:brightnessContrast bright="20000" contrast="20000"/>
                    </a14:imgEffect>
                    <a14:imgEffect>
                      <a14:saturation sat="0"/>
                    </a14:imgEffect>
                  </a14:imgLayer>
                </a14:imgProps>
              </a:ext>
            </a:extLst>
          </a:blip>
          <a:srcRect t="-39299"/>
          <a:stretch>
            <a:fillRect/>
          </a:stretch>
        </p:blipFill>
        <p:spPr>
          <a:xfrm>
            <a:off x="8923033" y="261779"/>
            <a:ext cx="2626310" cy="455772"/>
          </a:xfrm>
          <a:prstGeom prst="rect">
            <a:avLst/>
          </a:prstGeom>
        </p:spPr>
      </p:pic>
      <p:sp>
        <p:nvSpPr>
          <p:cNvPr id="24" name="矩形: 剪去单角 23"/>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26" name="平行四边形 25"/>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rotWithShape="1">
          <a:blip r:embed="rId5">
            <a:extLst>
              <a:ext uri="{28A0092B-C50C-407E-A947-70E740481C1C}">
                <a14:useLocalDpi xmlns:a14="http://schemas.microsoft.com/office/drawing/2010/main" val="0"/>
              </a:ext>
            </a:extLst>
          </a:blip>
          <a:srcRect t="13803" b="31510"/>
          <a:stretch>
            <a:fillRect/>
          </a:stretch>
        </p:blipFill>
        <p:spPr>
          <a:xfrm>
            <a:off x="996570" y="6720427"/>
            <a:ext cx="677129" cy="12827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底01">
    <p:bg>
      <p:bgPr>
        <a:solidFill>
          <a:srgbClr val="A62038"/>
        </a:solidFill>
        <a:effectLst/>
      </p:bgPr>
    </p:bg>
    <p:spTree>
      <p:nvGrpSpPr>
        <p:cNvPr id="1" name=""/>
        <p:cNvGrpSpPr/>
        <p:nvPr/>
      </p:nvGrpSpPr>
      <p:grpSpPr>
        <a:xfrm>
          <a:off x="0" y="0"/>
          <a:ext cx="0" cy="0"/>
          <a:chOff x="0" y="0"/>
          <a:chExt cx="0" cy="0"/>
        </a:xfrm>
      </p:grpSpPr>
      <p:sp>
        <p:nvSpPr>
          <p:cNvPr id="15" name="任意多边形: 形状 14"/>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nvSpPr>
        <p:spPr>
          <a:xfrm>
            <a:off x="2371344" y="1409700"/>
            <a:ext cx="3340100" cy="3340100"/>
          </a:xfrm>
          <a:prstGeom prst="ellipse">
            <a:avLst/>
          </a:prstGeom>
          <a:blipFill dpi="0" rotWithShape="1">
            <a:blip r:embed="rId2" cstate="screen">
              <a:alphaModFix amt="15000"/>
            </a:blip>
            <a:srcRect/>
            <a:stretch>
              <a:fillRect l="-11529" t="-11529" r="-11513" b="-115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占位符 31"/>
          <p:cNvSpPr>
            <a:spLocks noGrp="1"/>
          </p:cNvSpPr>
          <p:nvPr>
            <p:ph type="body" sz="quarter" idx="11"/>
          </p:nvPr>
        </p:nvSpPr>
        <p:spPr>
          <a:xfrm>
            <a:off x="860403" y="2140703"/>
            <a:ext cx="7054894" cy="1066800"/>
          </a:xfrm>
          <a:prstGeom prst="rect">
            <a:avLst/>
          </a:prstGeom>
        </p:spPr>
        <p:txBody>
          <a:bodyPr anchor="ctr"/>
          <a:lstStyle>
            <a:lvl1pPr marL="0" indent="0" algn="ctr">
              <a:lnSpc>
                <a:spcPct val="100000"/>
              </a:lnSpc>
              <a:buNone/>
              <a:defRPr sz="6000" b="1" spc="600">
                <a:solidFill>
                  <a:schemeClr val="bg1"/>
                </a:solidFill>
              </a:defRPr>
            </a:lvl1pPr>
          </a:lstStyle>
          <a:p>
            <a:pPr lvl="0"/>
            <a:endParaRPr lang="zh-CN" altLang="en-US" dirty="0"/>
          </a:p>
        </p:txBody>
      </p:sp>
      <p:grpSp>
        <p:nvGrpSpPr>
          <p:cNvPr id="2" name="组合 1"/>
          <p:cNvGrpSpPr/>
          <p:nvPr userDrawn="1"/>
        </p:nvGrpSpPr>
        <p:grpSpPr>
          <a:xfrm>
            <a:off x="9013882" y="2446217"/>
            <a:ext cx="2895851" cy="761295"/>
            <a:chOff x="8201082" y="2090313"/>
            <a:chExt cx="2895851" cy="761295"/>
          </a:xfrm>
        </p:grpSpPr>
        <p:pic>
          <p:nvPicPr>
            <p:cNvPr id="16" name="图片 15"/>
            <p:cNvPicPr>
              <a:picLocks noChangeAspect="1"/>
            </p:cNvPicPr>
            <p:nvPr userDrawn="1"/>
          </p:nvPicPr>
          <p:blipFill rotWithShape="1">
            <a:blip r:embed="rId3" cstate="screen">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100000" contrast="20000"/>
                      </a14:imgEffect>
                      <a14:imgEffect>
                        <a14:saturation sat="0"/>
                      </a14:imgEffect>
                    </a14:imgLayer>
                  </a14:imgProps>
                </a:ext>
              </a:extLst>
            </a:blip>
            <a:srcRect t="-39299"/>
            <a:stretch>
              <a:fillRect/>
            </a:stretch>
          </p:blipFill>
          <p:spPr>
            <a:xfrm>
              <a:off x="8335853" y="2090313"/>
              <a:ext cx="2626310" cy="455772"/>
            </a:xfrm>
            <a:prstGeom prst="rect">
              <a:avLst/>
            </a:prstGeom>
          </p:spPr>
        </p:pic>
        <p:pic>
          <p:nvPicPr>
            <p:cNvPr id="12" name="图片 11"/>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8201082" y="2595554"/>
              <a:ext cx="2895851" cy="256054"/>
            </a:xfrm>
            <a:prstGeom prst="rect">
              <a:avLst/>
            </a:prstGeom>
          </p:spPr>
        </p:pic>
      </p:grpSp>
      <p:sp>
        <p:nvSpPr>
          <p:cNvPr id="13" name="圆: 空心 12"/>
          <p:cNvSpPr/>
          <p:nvPr userDrawn="1"/>
        </p:nvSpPr>
        <p:spPr>
          <a:xfrm>
            <a:off x="1986523" y="1024614"/>
            <a:ext cx="4109742" cy="4109742"/>
          </a:xfrm>
          <a:prstGeom prst="donut">
            <a:avLst>
              <a:gd name="adj" fmla="val 9235"/>
            </a:avLst>
          </a:prstGeom>
          <a:blipFill dpi="0" rotWithShape="1">
            <a:blip r:embed="rId2" cstate="screen">
              <a:alphaModFix amt="1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20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空白(带底边)">
    <p:spTree>
      <p:nvGrpSpPr>
        <p:cNvPr id="1" name=""/>
        <p:cNvGrpSpPr/>
        <p:nvPr/>
      </p:nvGrpSpPr>
      <p:grpSpPr>
        <a:xfrm>
          <a:off x="0" y="0"/>
          <a:ext cx="0" cy="0"/>
          <a:chOff x="0" y="0"/>
          <a:chExt cx="0" cy="0"/>
        </a:xfrm>
      </p:grpSpPr>
      <p:sp>
        <p:nvSpPr>
          <p:cNvPr id="2" name="矩形: 剪去单角 1"/>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
        <p:nvSpPr>
          <p:cNvPr id="5" name="平行四边形 4"/>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951341" y="6663471"/>
            <a:ext cx="846707" cy="261610"/>
          </a:xfrm>
          <a:prstGeom prst="rect">
            <a:avLst/>
          </a:prstGeom>
        </p:spPr>
        <p:txBody>
          <a:bodyPr wrap="none">
            <a:spAutoFit/>
          </a:bodyPr>
          <a:lstStyle/>
          <a:p>
            <a:pPr lvl="0" algn="dist"/>
            <a:r>
              <a:rPr lang="en-US" altLang="zh-CN" sz="1100" b="0" i="1" spc="600" dirty="0">
                <a:solidFill>
                  <a:schemeClr val="bg1"/>
                </a:solidFill>
                <a:effectLst>
                  <a:outerShdw blurRad="38100" dist="38100" dir="2700000" algn="tl">
                    <a:srgbClr val="000000">
                      <a:alpha val="43137"/>
                    </a:srgbClr>
                  </a:outerShdw>
                </a:effectLst>
              </a:rPr>
              <a:t>SJTU</a:t>
            </a:r>
            <a:endParaRPr lang="zh-CN" altLang="en-US" sz="1100" b="0" i="1" spc="600" dirty="0">
              <a:solidFill>
                <a:schemeClr val="bg1"/>
              </a:solidFill>
              <a:effectLst>
                <a:outerShdw blurRad="38100" dist="38100" dir="2700000" algn="tl">
                  <a:srgbClr val="000000">
                    <a:alpha val="43137"/>
                  </a:srgbClr>
                </a:outerShdw>
              </a:effectLs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纯白，无底边）">
    <p:spTree>
      <p:nvGrpSpPr>
        <p:cNvPr id="1" name=""/>
        <p:cNvGrpSpPr/>
        <p:nvPr/>
      </p:nvGrpSpPr>
      <p:grpSpPr>
        <a:xfrm>
          <a:off x="0" y="0"/>
          <a:ext cx="0" cy="0"/>
          <a:chOff x="0" y="0"/>
          <a:chExt cx="0" cy="0"/>
        </a:xfrm>
      </p:grpSpPr>
      <p:sp>
        <p:nvSpPr>
          <p:cNvPr id="3"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灯片编号占位符 5"/>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8.wdp"/><Relationship Id="rId3" Type="http://schemas.microsoft.com/office/2007/relationships/hdphoto" Target="../media/hdphoto3.wdp"/><Relationship Id="rId7"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5.xml"/><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8.xml"/><Relationship Id="rId5" Type="http://schemas.openxmlformats.org/officeDocument/2006/relationships/image" Target="../media/image30.jpe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1.png"/><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36.jpeg"/><Relationship Id="rId4" Type="http://schemas.openxmlformats.org/officeDocument/2006/relationships/image" Target="../media/image3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p:cNvSpPr/>
          <p:nvPr/>
        </p:nvSpPr>
        <p:spPr>
          <a:xfrm>
            <a:off x="-1" y="-13844"/>
            <a:ext cx="297326" cy="6871844"/>
          </a:xfrm>
          <a:prstGeom prst="roundRect">
            <a:avLst>
              <a:gd name="adj" fmla="val 0"/>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占位符 5"/>
          <p:cNvPicPr>
            <a:picLocks noChangeAspect="1"/>
          </p:cNvPicPr>
          <p:nvPr/>
        </p:nvPicPr>
        <p:blipFill rotWithShape="1">
          <a:blip r:embed="rId2" cstate="screen">
            <a:extLst>
              <a:ext uri="{BEBA8EAE-BF5A-486C-A8C5-ECC9F3942E4B}">
                <a14:imgProps xmlns:a14="http://schemas.microsoft.com/office/drawing/2010/main">
                  <a14:imgLayer r:embed="rId3">
                    <a14:imgEffect>
                      <a14:colorTemperature colorTemp="8800"/>
                    </a14:imgEffect>
                    <a14:imgEffect>
                      <a14:saturation sat="120000"/>
                    </a14:imgEffect>
                  </a14:imgLayer>
                </a14:imgProps>
              </a:ext>
            </a:extLst>
          </a:blip>
          <a:srcRect/>
          <a:stretch>
            <a:fillRect/>
          </a:stretch>
        </p:blipFill>
        <p:spPr>
          <a:xfrm>
            <a:off x="12951" y="-13844"/>
            <a:ext cx="12179048" cy="6871844"/>
          </a:xfrm>
          <a:prstGeom prst="rect">
            <a:avLst/>
          </a:prstGeom>
        </p:spPr>
      </p:pic>
      <p:sp>
        <p:nvSpPr>
          <p:cNvPr id="5" name="任意多边形: 形状 4"/>
          <p:cNvSpPr/>
          <p:nvPr/>
        </p:nvSpPr>
        <p:spPr>
          <a:xfrm>
            <a:off x="1" y="-13844"/>
            <a:ext cx="9051317" cy="68718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51317" h="6871844">
                <a:moveTo>
                  <a:pt x="0" y="0"/>
                </a:moveTo>
                <a:lnTo>
                  <a:pt x="8724495" y="0"/>
                </a:lnTo>
                <a:lnTo>
                  <a:pt x="8832115" y="466295"/>
                </a:lnTo>
                <a:cubicBezTo>
                  <a:pt x="8975839" y="1168657"/>
                  <a:pt x="9051317" y="1895878"/>
                  <a:pt x="9051317" y="2640728"/>
                </a:cubicBezTo>
                <a:cubicBezTo>
                  <a:pt x="9051317" y="4130428"/>
                  <a:pt x="8749407" y="5549614"/>
                  <a:pt x="8203435" y="6840435"/>
                </a:cubicBezTo>
                <a:lnTo>
                  <a:pt x="8189236" y="6871844"/>
                </a:lnTo>
                <a:lnTo>
                  <a:pt x="0" y="6871844"/>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p:cNvSpPr/>
          <p:nvPr/>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p:cNvSpPr txBox="1"/>
          <p:nvPr/>
        </p:nvSpPr>
        <p:spPr>
          <a:xfrm>
            <a:off x="1069561" y="1742554"/>
            <a:ext cx="7525799" cy="1789918"/>
          </a:xfrm>
          <a:prstGeom prst="rect">
            <a:avLst/>
          </a:prstGeom>
        </p:spPr>
        <p:txBody>
          <a:bodyPr anchor="t">
            <a:noAutofit/>
          </a:bodyPr>
          <a:lstStyle>
            <a:lvl1pPr algn="l" defTabSz="914400" rtl="0" eaLnBrk="1" latinLnBrk="0" hangingPunct="1">
              <a:lnSpc>
                <a:spcPct val="100000"/>
              </a:lnSpc>
              <a:spcBef>
                <a:spcPct val="0"/>
              </a:spcBef>
              <a:buNone/>
              <a:defRPr sz="5400" b="1" kern="1200" spc="300">
                <a:solidFill>
                  <a:schemeClr val="bg1"/>
                </a:solidFill>
                <a:latin typeface="+mj-lt"/>
                <a:ea typeface="+mj-ea"/>
                <a:cs typeface="+mj-cs"/>
              </a:defRPr>
            </a:lvl1pPr>
          </a:lstStyle>
          <a:p>
            <a:r>
              <a:rPr lang="en-US" altLang="zh-CN" spc="600" dirty="0"/>
              <a:t>2023</a:t>
            </a:r>
            <a:r>
              <a:rPr lang="zh-CN" altLang="en-US" spc="600" dirty="0"/>
              <a:t>上海交通大学</a:t>
            </a:r>
            <a:br>
              <a:rPr lang="en-US" altLang="zh-CN" spc="600" dirty="0"/>
            </a:br>
            <a:r>
              <a:rPr lang="zh-CN" altLang="en-US" spc="600" dirty="0"/>
              <a:t>通用</a:t>
            </a:r>
            <a:r>
              <a:rPr lang="en-US" altLang="zh-CN" spc="600" dirty="0"/>
              <a:t>PPT</a:t>
            </a:r>
            <a:r>
              <a:rPr lang="zh-CN" altLang="en-US" spc="600" dirty="0"/>
              <a:t>模板</a:t>
            </a:r>
            <a:endParaRPr lang="zh-CN" altLang="en-US" dirty="0"/>
          </a:p>
        </p:txBody>
      </p:sp>
      <p:grpSp>
        <p:nvGrpSpPr>
          <p:cNvPr id="11" name="组合 10"/>
          <p:cNvGrpSpPr/>
          <p:nvPr/>
        </p:nvGrpSpPr>
        <p:grpSpPr>
          <a:xfrm>
            <a:off x="1142749" y="5385894"/>
            <a:ext cx="2895851" cy="747975"/>
            <a:chOff x="1142749" y="5535283"/>
            <a:chExt cx="2895851" cy="747975"/>
          </a:xfrm>
        </p:grpSpPr>
        <p:pic>
          <p:nvPicPr>
            <p:cNvPr id="12" name="图片 11"/>
            <p:cNvPicPr>
              <a:picLocks noChangeAspect="1"/>
            </p:cNvPicPr>
            <p:nvPr/>
          </p:nvPicPr>
          <p:blipFill rotWithShape="1">
            <a:blip r:embed="rId4" cstate="screen">
              <a:lum bright="70000" contrast="-70000"/>
              <a:extLst>
                <a:ext uri="{BEBA8EAE-BF5A-486C-A8C5-ECC9F3942E4B}">
                  <a14:imgProps xmlns:a14="http://schemas.microsoft.com/office/drawing/2010/main">
                    <a14:imgLayer r:embed="rId5">
                      <a14:imgEffect>
                        <a14:brightnessContrast bright="20000" contrast="20000"/>
                      </a14:imgEffect>
                      <a14:imgEffect>
                        <a14:saturation sat="0"/>
                      </a14:imgEffect>
                    </a14:imgLayer>
                  </a14:imgProps>
                </a:ext>
              </a:extLst>
            </a:blip>
            <a:srcRect t="-39299"/>
            <a:stretch>
              <a:fillRect/>
            </a:stretch>
          </p:blipFill>
          <p:spPr>
            <a:xfrm>
              <a:off x="1231900" y="5535283"/>
              <a:ext cx="2626310" cy="455772"/>
            </a:xfrm>
            <a:prstGeom prst="rect">
              <a:avLst/>
            </a:prstGeom>
          </p:spPr>
        </p:pic>
        <p:pic>
          <p:nvPicPr>
            <p:cNvPr id="13" name="图片 12"/>
            <p:cNvPicPr>
              <a:picLocks noChangeAspect="1"/>
            </p:cNvPicPr>
            <p:nvPr/>
          </p:nvPicPr>
          <p:blipFill>
            <a:blip r:embed="rId6">
              <a:lum bright="70000" contrast="-70000"/>
            </a:blip>
            <a:stretch>
              <a:fillRect/>
            </a:stretch>
          </p:blipFill>
          <p:spPr>
            <a:xfrm>
              <a:off x="1142749" y="6027204"/>
              <a:ext cx="2895851" cy="256054"/>
            </a:xfrm>
            <a:prstGeom prst="rect">
              <a:avLst/>
            </a:prstGeom>
          </p:spPr>
        </p:pic>
      </p:grpSp>
      <p:sp>
        <p:nvSpPr>
          <p:cNvPr id="14" name="文本占位符 9"/>
          <p:cNvSpPr txBox="1"/>
          <p:nvPr/>
        </p:nvSpPr>
        <p:spPr>
          <a:xfrm>
            <a:off x="1069561" y="3748822"/>
            <a:ext cx="6933903" cy="598488"/>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spc="600" dirty="0">
                <a:solidFill>
                  <a:schemeClr val="bg1"/>
                </a:solidFill>
              </a:rPr>
              <a:t>汇报人姓名</a:t>
            </a:r>
          </a:p>
        </p:txBody>
      </p:sp>
      <p:pic>
        <p:nvPicPr>
          <p:cNvPr id="15" name="图片 14"/>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2713" y="254615"/>
            <a:ext cx="2577988" cy="847493"/>
          </a:xfrm>
          <a:prstGeom prst="rect">
            <a:avLst/>
          </a:prstGeom>
        </p:spPr>
      </p:pic>
      <p:cxnSp>
        <p:nvCxnSpPr>
          <p:cNvPr id="17" name="直接连接符 16"/>
          <p:cNvCxnSpPr/>
          <p:nvPr/>
        </p:nvCxnSpPr>
        <p:spPr>
          <a:xfrm>
            <a:off x="2590674" y="-624115"/>
            <a:ext cx="148582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5253478" y="886689"/>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5253478" y="1768123"/>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p:nvSpPr>
        <p:spPr>
          <a:xfrm>
            <a:off x="5253478" y="2649557"/>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253478" y="3530991"/>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5253478" y="4412425"/>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bject 205"/>
          <p:cNvSpPr txBox="1"/>
          <p:nvPr/>
        </p:nvSpPr>
        <p:spPr>
          <a:xfrm>
            <a:off x="5565457" y="3584481"/>
            <a:ext cx="5438189" cy="457200"/>
          </a:xfrm>
          <a:prstGeom prst="rect">
            <a:avLst/>
          </a:prstGeom>
        </p:spPr>
        <p:txBody>
          <a:bodyPr vert="horz" rtlCol="0" anchor="ctr" anchorCtr="0">
            <a:noAutofit/>
          </a:bodyPr>
          <a:lstStyle/>
          <a:p>
            <a:pPr defTabSz="457200"/>
            <a:r>
              <a:rPr lang="zh-CN" altLang="en-US" sz="3000" spc="300" dirty="0">
                <a:solidFill>
                  <a:srgbClr val="A62038"/>
                </a:solidFill>
                <a:latin typeface="微软雅黑" panose="020B0503020204020204" pitchFamily="34" charset="-122"/>
                <a:ea typeface="微软雅黑" panose="020B0503020204020204" pitchFamily="34" charset="-122"/>
              </a:rPr>
              <a:t>第四部分 在此添加文字</a:t>
            </a:r>
          </a:p>
        </p:txBody>
      </p:sp>
      <p:sp>
        <p:nvSpPr>
          <p:cNvPr id="5" name="Object 207"/>
          <p:cNvSpPr txBox="1"/>
          <p:nvPr/>
        </p:nvSpPr>
        <p:spPr>
          <a:xfrm>
            <a:off x="5540058" y="1827821"/>
            <a:ext cx="5463589" cy="457200"/>
          </a:xfrm>
          <a:prstGeom prst="rect">
            <a:avLst/>
          </a:prstGeom>
        </p:spPr>
        <p:txBody>
          <a:bodyPr vert="horz" rtlCol="0" anchor="ctr" anchorCtr="0">
            <a:noAutofit/>
          </a:bodyPr>
          <a:lstStyle/>
          <a:p>
            <a:pPr defTabSz="457200"/>
            <a:r>
              <a:rPr lang="zh-CN" altLang="en-US" sz="3000" spc="300" dirty="0">
                <a:solidFill>
                  <a:srgbClr val="A62038"/>
                </a:solidFill>
                <a:latin typeface="微软雅黑" panose="020B0503020204020204" pitchFamily="34" charset="-122"/>
                <a:ea typeface="微软雅黑" panose="020B0503020204020204" pitchFamily="34" charset="-122"/>
              </a:rPr>
              <a:t>第二部分 在此添加文字</a:t>
            </a:r>
          </a:p>
        </p:txBody>
      </p:sp>
      <p:sp>
        <p:nvSpPr>
          <p:cNvPr id="7" name="Object 209"/>
          <p:cNvSpPr txBox="1"/>
          <p:nvPr/>
        </p:nvSpPr>
        <p:spPr>
          <a:xfrm>
            <a:off x="5533707" y="949491"/>
            <a:ext cx="5469940" cy="457200"/>
          </a:xfrm>
          <a:prstGeom prst="rect">
            <a:avLst/>
          </a:prstGeom>
        </p:spPr>
        <p:txBody>
          <a:bodyPr vert="horz" rtlCol="0" anchor="ctr" anchorCtr="0">
            <a:noAutofit/>
          </a:bodyPr>
          <a:lstStyle/>
          <a:p>
            <a:pPr defTabSz="457200"/>
            <a:r>
              <a:rPr lang="zh-CN" altLang="en-US" sz="3000" spc="300" dirty="0">
                <a:solidFill>
                  <a:srgbClr val="A62038"/>
                </a:solidFill>
                <a:latin typeface="微软雅黑" panose="020B0503020204020204" pitchFamily="34" charset="-122"/>
                <a:ea typeface="微软雅黑" panose="020B0503020204020204" pitchFamily="34" charset="-122"/>
              </a:rPr>
              <a:t>第一部分 在此添加文字</a:t>
            </a:r>
            <a:endParaRPr lang="zh-CN" altLang="en-US" sz="900" spc="300" dirty="0">
              <a:solidFill>
                <a:srgbClr val="A62038"/>
              </a:solidFill>
              <a:latin typeface="微软雅黑" panose="020B0503020204020204" pitchFamily="34" charset="-122"/>
              <a:ea typeface="微软雅黑" panose="020B0503020204020204" pitchFamily="34" charset="-122"/>
            </a:endParaRPr>
          </a:p>
        </p:txBody>
      </p:sp>
      <p:sp>
        <p:nvSpPr>
          <p:cNvPr id="9" name="Object 205"/>
          <p:cNvSpPr txBox="1"/>
          <p:nvPr/>
        </p:nvSpPr>
        <p:spPr>
          <a:xfrm>
            <a:off x="5565457" y="2706151"/>
            <a:ext cx="5438189" cy="457200"/>
          </a:xfrm>
          <a:prstGeom prst="rect">
            <a:avLst/>
          </a:prstGeom>
        </p:spPr>
        <p:txBody>
          <a:bodyPr vert="horz" rtlCol="0" anchor="ctr" anchorCtr="0">
            <a:noAutofit/>
          </a:bodyPr>
          <a:lstStyle/>
          <a:p>
            <a:pPr defTabSz="457200"/>
            <a:r>
              <a:rPr lang="zh-CN" altLang="en-US" sz="3000" spc="300" dirty="0">
                <a:solidFill>
                  <a:srgbClr val="A62038"/>
                </a:solidFill>
                <a:latin typeface="微软雅黑" panose="020B0503020204020204" pitchFamily="34" charset="-122"/>
                <a:ea typeface="微软雅黑" panose="020B0503020204020204" pitchFamily="34" charset="-122"/>
              </a:rPr>
              <a:t>第三部分 在此添加文字</a:t>
            </a:r>
          </a:p>
        </p:txBody>
      </p:sp>
      <p:sp>
        <p:nvSpPr>
          <p:cNvPr id="10" name="灯片编号占位符 9"/>
          <p:cNvSpPr>
            <a:spLocks noGrp="1"/>
          </p:cNvSpPr>
          <p:nvPr>
            <p:ph type="sldNum" sz="quarter" idx="4"/>
          </p:nvPr>
        </p:nvSpPr>
        <p:spPr/>
        <p:txBody>
          <a:bodyPr/>
          <a:lstStyle/>
          <a:p>
            <a:fld id="{548644C6-89F0-466C-949F-E70AD72679A8}" type="slidenum">
              <a:rPr lang="zh-CN" altLang="en-US" smtClean="0"/>
              <a:t>2</a:t>
            </a:fld>
            <a:endParaRPr lang="zh-CN" altLang="en-US"/>
          </a:p>
        </p:txBody>
      </p:sp>
      <p:cxnSp>
        <p:nvCxnSpPr>
          <p:cNvPr id="11" name="直接连接符 10"/>
          <p:cNvCxnSpPr/>
          <p:nvPr/>
        </p:nvCxnSpPr>
        <p:spPr>
          <a:xfrm>
            <a:off x="978420" y="2566566"/>
            <a:ext cx="148582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矩形: 圆角 11"/>
          <p:cNvSpPr/>
          <p:nvPr/>
        </p:nvSpPr>
        <p:spPr>
          <a:xfrm>
            <a:off x="978420" y="2505046"/>
            <a:ext cx="1485830" cy="45719"/>
          </a:xfrm>
          <a:prstGeom prst="roundRect">
            <a:avLst>
              <a:gd name="adj" fmla="val 0"/>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bject 205"/>
          <p:cNvSpPr txBox="1"/>
          <p:nvPr/>
        </p:nvSpPr>
        <p:spPr>
          <a:xfrm>
            <a:off x="5565457" y="4462811"/>
            <a:ext cx="5438189" cy="457200"/>
          </a:xfrm>
          <a:prstGeom prst="rect">
            <a:avLst/>
          </a:prstGeom>
        </p:spPr>
        <p:txBody>
          <a:bodyPr vert="horz" rtlCol="0" anchor="ctr" anchorCtr="0">
            <a:noAutofit/>
          </a:bodyPr>
          <a:lstStyle/>
          <a:p>
            <a:pPr defTabSz="457200"/>
            <a:r>
              <a:rPr lang="zh-CN" altLang="en-US" sz="3000" spc="300" dirty="0">
                <a:solidFill>
                  <a:srgbClr val="A62038"/>
                </a:solidFill>
                <a:latin typeface="微软雅黑" panose="020B0503020204020204" pitchFamily="34" charset="-122"/>
                <a:ea typeface="微软雅黑" panose="020B0503020204020204" pitchFamily="34" charset="-122"/>
              </a:rPr>
              <a:t>第三部分 在此添加文字</a:t>
            </a:r>
          </a:p>
        </p:txBody>
      </p:sp>
      <p:sp>
        <p:nvSpPr>
          <p:cNvPr id="21" name="Object 205"/>
          <p:cNvSpPr txBox="1"/>
          <p:nvPr/>
        </p:nvSpPr>
        <p:spPr>
          <a:xfrm>
            <a:off x="4326361" y="358448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04</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2" name="Object 207"/>
          <p:cNvSpPr txBox="1"/>
          <p:nvPr/>
        </p:nvSpPr>
        <p:spPr>
          <a:xfrm>
            <a:off x="4300963" y="1827821"/>
            <a:ext cx="1153202"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02</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3" name="Object 209"/>
          <p:cNvSpPr txBox="1"/>
          <p:nvPr/>
        </p:nvSpPr>
        <p:spPr>
          <a:xfrm>
            <a:off x="4294611" y="949491"/>
            <a:ext cx="1154543"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01</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24" name="Object 205"/>
          <p:cNvSpPr txBox="1"/>
          <p:nvPr/>
        </p:nvSpPr>
        <p:spPr>
          <a:xfrm>
            <a:off x="4326361" y="270615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03</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5" name="Object 205"/>
          <p:cNvSpPr txBox="1"/>
          <p:nvPr/>
        </p:nvSpPr>
        <p:spPr>
          <a:xfrm>
            <a:off x="4326361" y="446281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05</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5253478" y="886689"/>
            <a:ext cx="5809673" cy="550662"/>
          </a:xfrm>
          <a:prstGeom prst="roundRect">
            <a:avLst>
              <a:gd name="adj" fmla="val 50000"/>
            </a:avLst>
          </a:prstGeom>
          <a:solidFill>
            <a:schemeClr val="accent5">
              <a:lumMod val="20000"/>
              <a:lumOff val="8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5253478" y="1768123"/>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p:nvSpPr>
        <p:spPr>
          <a:xfrm>
            <a:off x="5253478" y="2649557"/>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253478" y="3530991"/>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5253478" y="4412425"/>
            <a:ext cx="5809673" cy="550662"/>
          </a:xfrm>
          <a:prstGeom prst="roundRect">
            <a:avLst>
              <a:gd name="adj" fmla="val 50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bject 205"/>
          <p:cNvSpPr txBox="1"/>
          <p:nvPr/>
        </p:nvSpPr>
        <p:spPr>
          <a:xfrm>
            <a:off x="5565457" y="3584481"/>
            <a:ext cx="5438189" cy="457200"/>
          </a:xfrm>
          <a:prstGeom prst="rect">
            <a:avLst/>
          </a:prstGeom>
        </p:spPr>
        <p:txBody>
          <a:bodyPr vert="horz" rtlCol="0" anchor="ctr" anchorCtr="0">
            <a:noAutofit/>
          </a:bodyPr>
          <a:lstStyle/>
          <a:p>
            <a:pPr defTabSz="457200"/>
            <a:r>
              <a:rPr lang="zh-CN" altLang="en-US" sz="3000" spc="300" dirty="0">
                <a:solidFill>
                  <a:schemeClr val="bg2">
                    <a:lumMod val="75000"/>
                  </a:schemeClr>
                </a:solidFill>
                <a:latin typeface="微软雅黑" panose="020B0503020204020204" pitchFamily="34" charset="-122"/>
                <a:ea typeface="微软雅黑" panose="020B0503020204020204" pitchFamily="34" charset="-122"/>
              </a:rPr>
              <a:t>第四部分 在此添加文字</a:t>
            </a:r>
          </a:p>
        </p:txBody>
      </p:sp>
      <p:sp>
        <p:nvSpPr>
          <p:cNvPr id="5" name="Object 207"/>
          <p:cNvSpPr txBox="1"/>
          <p:nvPr/>
        </p:nvSpPr>
        <p:spPr>
          <a:xfrm>
            <a:off x="5540058" y="1827821"/>
            <a:ext cx="5463589" cy="457200"/>
          </a:xfrm>
          <a:prstGeom prst="rect">
            <a:avLst/>
          </a:prstGeom>
        </p:spPr>
        <p:txBody>
          <a:bodyPr vert="horz" rtlCol="0" anchor="ctr" anchorCtr="0">
            <a:noAutofit/>
          </a:bodyPr>
          <a:lstStyle/>
          <a:p>
            <a:pPr defTabSz="457200"/>
            <a:r>
              <a:rPr lang="zh-CN" altLang="en-US" sz="3000" spc="300" dirty="0">
                <a:solidFill>
                  <a:schemeClr val="bg2">
                    <a:lumMod val="75000"/>
                  </a:schemeClr>
                </a:solidFill>
                <a:latin typeface="微软雅黑" panose="020B0503020204020204" pitchFamily="34" charset="-122"/>
                <a:ea typeface="微软雅黑" panose="020B0503020204020204" pitchFamily="34" charset="-122"/>
              </a:rPr>
              <a:t>第二部分 在此添加文字</a:t>
            </a:r>
          </a:p>
        </p:txBody>
      </p:sp>
      <p:sp>
        <p:nvSpPr>
          <p:cNvPr id="7" name="Object 209"/>
          <p:cNvSpPr txBox="1"/>
          <p:nvPr/>
        </p:nvSpPr>
        <p:spPr>
          <a:xfrm>
            <a:off x="5533707" y="940064"/>
            <a:ext cx="5469940" cy="457200"/>
          </a:xfrm>
          <a:prstGeom prst="rect">
            <a:avLst/>
          </a:prstGeom>
        </p:spPr>
        <p:txBody>
          <a:bodyPr vert="horz" rtlCol="0" anchor="ctr" anchorCtr="0">
            <a:noAutofit/>
          </a:bodyPr>
          <a:lstStyle/>
          <a:p>
            <a:pPr defTabSz="457200"/>
            <a:r>
              <a:rPr lang="zh-CN" altLang="en-US" sz="3000" b="1" spc="300" dirty="0">
                <a:solidFill>
                  <a:srgbClr val="A62038"/>
                </a:solidFill>
                <a:latin typeface="微软雅黑" panose="020B0503020204020204" pitchFamily="34" charset="-122"/>
                <a:ea typeface="微软雅黑" panose="020B0503020204020204" pitchFamily="34" charset="-122"/>
              </a:rPr>
              <a:t>第一部分 在此添加文字</a:t>
            </a:r>
            <a:endParaRPr lang="zh-CN" altLang="en-US" sz="900" b="1" spc="300" dirty="0">
              <a:solidFill>
                <a:srgbClr val="A62038"/>
              </a:solidFill>
              <a:latin typeface="微软雅黑" panose="020B0503020204020204" pitchFamily="34" charset="-122"/>
              <a:ea typeface="微软雅黑" panose="020B0503020204020204" pitchFamily="34" charset="-122"/>
            </a:endParaRPr>
          </a:p>
        </p:txBody>
      </p:sp>
      <p:sp>
        <p:nvSpPr>
          <p:cNvPr id="9" name="Object 205"/>
          <p:cNvSpPr txBox="1"/>
          <p:nvPr/>
        </p:nvSpPr>
        <p:spPr>
          <a:xfrm>
            <a:off x="5565457" y="2706151"/>
            <a:ext cx="5438189" cy="457200"/>
          </a:xfrm>
          <a:prstGeom prst="rect">
            <a:avLst/>
          </a:prstGeom>
        </p:spPr>
        <p:txBody>
          <a:bodyPr vert="horz" rtlCol="0" anchor="ctr" anchorCtr="0">
            <a:noAutofit/>
          </a:bodyPr>
          <a:lstStyle/>
          <a:p>
            <a:pPr defTabSz="457200"/>
            <a:r>
              <a:rPr lang="zh-CN" altLang="en-US" sz="3000" spc="300" dirty="0">
                <a:solidFill>
                  <a:schemeClr val="bg2">
                    <a:lumMod val="75000"/>
                  </a:schemeClr>
                </a:solidFill>
                <a:latin typeface="微软雅黑" panose="020B0503020204020204" pitchFamily="34" charset="-122"/>
                <a:ea typeface="微软雅黑" panose="020B0503020204020204" pitchFamily="34" charset="-122"/>
              </a:rPr>
              <a:t>第三部分 在此添加文字</a:t>
            </a:r>
          </a:p>
        </p:txBody>
      </p:sp>
      <p:sp>
        <p:nvSpPr>
          <p:cNvPr id="10" name="灯片编号占位符 9"/>
          <p:cNvSpPr>
            <a:spLocks noGrp="1"/>
          </p:cNvSpPr>
          <p:nvPr>
            <p:ph type="sldNum" sz="quarter" idx="4"/>
          </p:nvPr>
        </p:nvSpPr>
        <p:spPr/>
        <p:txBody>
          <a:bodyPr/>
          <a:lstStyle/>
          <a:p>
            <a:fld id="{548644C6-89F0-466C-949F-E70AD72679A8}" type="slidenum">
              <a:rPr lang="zh-CN" altLang="en-US" smtClean="0"/>
              <a:t>3</a:t>
            </a:fld>
            <a:endParaRPr lang="zh-CN" altLang="en-US"/>
          </a:p>
        </p:txBody>
      </p:sp>
      <p:cxnSp>
        <p:nvCxnSpPr>
          <p:cNvPr id="11" name="直接连接符 10"/>
          <p:cNvCxnSpPr/>
          <p:nvPr/>
        </p:nvCxnSpPr>
        <p:spPr>
          <a:xfrm>
            <a:off x="978420" y="2566566"/>
            <a:ext cx="148582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矩形: 圆角 11"/>
          <p:cNvSpPr/>
          <p:nvPr/>
        </p:nvSpPr>
        <p:spPr>
          <a:xfrm>
            <a:off x="978420" y="2505046"/>
            <a:ext cx="1485830" cy="45719"/>
          </a:xfrm>
          <a:prstGeom prst="roundRect">
            <a:avLst>
              <a:gd name="adj" fmla="val 0"/>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bject 205"/>
          <p:cNvSpPr txBox="1"/>
          <p:nvPr/>
        </p:nvSpPr>
        <p:spPr>
          <a:xfrm>
            <a:off x="5565457" y="4462811"/>
            <a:ext cx="5438189" cy="457200"/>
          </a:xfrm>
          <a:prstGeom prst="rect">
            <a:avLst/>
          </a:prstGeom>
        </p:spPr>
        <p:txBody>
          <a:bodyPr vert="horz" rtlCol="0" anchor="ctr" anchorCtr="0">
            <a:noAutofit/>
          </a:bodyPr>
          <a:lstStyle/>
          <a:p>
            <a:pPr defTabSz="457200"/>
            <a:r>
              <a:rPr lang="zh-CN" altLang="en-US" sz="3000" spc="300" dirty="0">
                <a:solidFill>
                  <a:schemeClr val="bg2">
                    <a:lumMod val="75000"/>
                  </a:schemeClr>
                </a:solidFill>
                <a:latin typeface="微软雅黑" panose="020B0503020204020204" pitchFamily="34" charset="-122"/>
                <a:ea typeface="微软雅黑" panose="020B0503020204020204" pitchFamily="34" charset="-122"/>
              </a:rPr>
              <a:t>第三部分 在此添加文字</a:t>
            </a:r>
          </a:p>
        </p:txBody>
      </p:sp>
      <p:sp>
        <p:nvSpPr>
          <p:cNvPr id="21" name="Object 205"/>
          <p:cNvSpPr txBox="1"/>
          <p:nvPr/>
        </p:nvSpPr>
        <p:spPr>
          <a:xfrm>
            <a:off x="4326361" y="358448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04</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2" name="Object 207"/>
          <p:cNvSpPr txBox="1"/>
          <p:nvPr/>
        </p:nvSpPr>
        <p:spPr>
          <a:xfrm>
            <a:off x="4300963" y="1827821"/>
            <a:ext cx="1153202"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02</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3" name="Object 209"/>
          <p:cNvSpPr txBox="1"/>
          <p:nvPr/>
        </p:nvSpPr>
        <p:spPr>
          <a:xfrm>
            <a:off x="4294611" y="949491"/>
            <a:ext cx="1154543"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01</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24" name="Object 205"/>
          <p:cNvSpPr txBox="1"/>
          <p:nvPr/>
        </p:nvSpPr>
        <p:spPr>
          <a:xfrm>
            <a:off x="4326361" y="270615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03</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
        <p:nvSpPr>
          <p:cNvPr id="25" name="Object 205"/>
          <p:cNvSpPr txBox="1"/>
          <p:nvPr/>
        </p:nvSpPr>
        <p:spPr>
          <a:xfrm>
            <a:off x="4326361" y="4462811"/>
            <a:ext cx="114784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05</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3000" spc="3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04"/>
          <p:cNvSpPr txBox="1"/>
          <p:nvPr/>
        </p:nvSpPr>
        <p:spPr>
          <a:xfrm>
            <a:off x="5762191" y="5617377"/>
            <a:ext cx="5204059" cy="533400"/>
          </a:xfrm>
          <a:prstGeom prst="rect">
            <a:avLst/>
          </a:prstGeom>
        </p:spPr>
        <p:txBody>
          <a:bodyPr vert="horz" rtlCol="0" anchor="t" anchorCtr="0">
            <a:noAutofit/>
          </a:bodyPr>
          <a:lstStyle/>
          <a:p>
            <a:pPr defTabSz="457200">
              <a:lnSpc>
                <a:spcPct val="125000"/>
              </a:lnSpc>
            </a:pPr>
            <a:r>
              <a:rPr lang="zh-CN" altLang="en-US" sz="1400" spc="28" dirty="0">
                <a:solidFill>
                  <a:schemeClr val="bg1">
                    <a:lumMod val="65000"/>
                  </a:schemeClr>
                </a:solidFill>
                <a:latin typeface="微软雅黑" panose="020B0503020204020204" pitchFamily="34" charset="-122"/>
                <a:ea typeface="微软雅黑" panose="020B0503020204020204" pitchFamily="34" charset="-122"/>
              </a:rPr>
              <a:t>您可以在此处添加您需要的文字，您可以在此处添加您需要的文字您可以在此处添加您需要的文字。</a:t>
            </a:r>
            <a:endParaRPr lang="zh-CN" altLang="en-US" sz="9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Object 205"/>
          <p:cNvSpPr txBox="1"/>
          <p:nvPr/>
        </p:nvSpPr>
        <p:spPr>
          <a:xfrm>
            <a:off x="4976345" y="5091195"/>
            <a:ext cx="5438189"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04</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3000" spc="300" dirty="0">
                <a:solidFill>
                  <a:srgbClr val="000000"/>
                </a:solidFill>
                <a:latin typeface="微软雅黑" panose="020B0503020204020204" pitchFamily="34" charset="-122"/>
                <a:ea typeface="微软雅黑" panose="020B0503020204020204" pitchFamily="34" charset="-122"/>
              </a:rPr>
              <a:t>第四部分在此添加文字</a:t>
            </a:r>
          </a:p>
        </p:txBody>
      </p:sp>
      <p:sp>
        <p:nvSpPr>
          <p:cNvPr id="4" name="Object 206"/>
          <p:cNvSpPr txBox="1"/>
          <p:nvPr/>
        </p:nvSpPr>
        <p:spPr>
          <a:xfrm>
            <a:off x="5749491" y="2852325"/>
            <a:ext cx="5204059" cy="533400"/>
          </a:xfrm>
          <a:prstGeom prst="rect">
            <a:avLst/>
          </a:prstGeom>
        </p:spPr>
        <p:txBody>
          <a:bodyPr vert="horz" rtlCol="0" anchor="t" anchorCtr="0">
            <a:noAutofit/>
          </a:bodyPr>
          <a:lstStyle/>
          <a:p>
            <a:pPr defTabSz="457200">
              <a:lnSpc>
                <a:spcPct val="125000"/>
              </a:lnSpc>
            </a:pPr>
            <a:r>
              <a:rPr lang="zh-CN" altLang="en-US" sz="1400" spc="28" dirty="0">
                <a:solidFill>
                  <a:schemeClr val="bg1">
                    <a:lumMod val="65000"/>
                  </a:schemeClr>
                </a:solidFill>
                <a:latin typeface="微软雅黑" panose="020B0503020204020204" pitchFamily="34" charset="-122"/>
                <a:ea typeface="微软雅黑" panose="020B0503020204020204" pitchFamily="34" charset="-122"/>
              </a:rPr>
              <a:t>您可以在此处添加您需要的文字，您可以在此处添加您需要的文字您可以在此处添加您需要的文字。</a:t>
            </a:r>
            <a:endParaRPr lang="zh-CN" altLang="en-US" sz="9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 name="Object 207"/>
          <p:cNvSpPr txBox="1"/>
          <p:nvPr/>
        </p:nvSpPr>
        <p:spPr>
          <a:xfrm>
            <a:off x="4950946" y="2331006"/>
            <a:ext cx="5463589"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02</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3000" spc="300" dirty="0">
                <a:solidFill>
                  <a:srgbClr val="000000"/>
                </a:solidFill>
                <a:latin typeface="微软雅黑" panose="020B0503020204020204" pitchFamily="34" charset="-122"/>
                <a:ea typeface="微软雅黑" panose="020B0503020204020204" pitchFamily="34" charset="-122"/>
              </a:rPr>
              <a:t>第二部分在此添加文字</a:t>
            </a:r>
          </a:p>
        </p:txBody>
      </p:sp>
      <p:sp>
        <p:nvSpPr>
          <p:cNvPr id="6" name="Object 208"/>
          <p:cNvSpPr txBox="1"/>
          <p:nvPr/>
        </p:nvSpPr>
        <p:spPr>
          <a:xfrm>
            <a:off x="5749491" y="1469799"/>
            <a:ext cx="5204059" cy="533400"/>
          </a:xfrm>
          <a:prstGeom prst="rect">
            <a:avLst/>
          </a:prstGeom>
        </p:spPr>
        <p:txBody>
          <a:bodyPr vert="horz" rtlCol="0" anchor="t" anchorCtr="0">
            <a:noAutofit/>
          </a:bodyPr>
          <a:lstStyle/>
          <a:p>
            <a:pPr defTabSz="457200">
              <a:lnSpc>
                <a:spcPct val="125000"/>
              </a:lnSpc>
            </a:pPr>
            <a:r>
              <a:rPr lang="zh-CN" altLang="en-US" sz="1400" spc="28" dirty="0">
                <a:solidFill>
                  <a:schemeClr val="bg1">
                    <a:lumMod val="65000"/>
                  </a:schemeClr>
                </a:solidFill>
                <a:latin typeface="微软雅黑" panose="020B0503020204020204" pitchFamily="34" charset="-122"/>
                <a:ea typeface="微软雅黑" panose="020B0503020204020204" pitchFamily="34" charset="-122"/>
              </a:rPr>
              <a:t>您可以在此处添加您需要的文字，您可以在此处添加您需要的文字您可以在此处添加您需要的文字。</a:t>
            </a:r>
            <a:endParaRPr lang="zh-CN" altLang="en-US" sz="9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 name="Object 209"/>
          <p:cNvSpPr txBox="1"/>
          <p:nvPr/>
        </p:nvSpPr>
        <p:spPr>
          <a:xfrm>
            <a:off x="4944595" y="949491"/>
            <a:ext cx="5469940"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01</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3000" spc="300" dirty="0">
                <a:solidFill>
                  <a:srgbClr val="000000"/>
                </a:solidFill>
                <a:latin typeface="微软雅黑" panose="020B0503020204020204" pitchFamily="34" charset="-122"/>
                <a:ea typeface="微软雅黑" panose="020B0503020204020204" pitchFamily="34" charset="-122"/>
              </a:rPr>
              <a:t>第一部分在此添加文字</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8" name="Object 204"/>
          <p:cNvSpPr txBox="1"/>
          <p:nvPr/>
        </p:nvSpPr>
        <p:spPr>
          <a:xfrm>
            <a:off x="5762191" y="4234851"/>
            <a:ext cx="5204059" cy="533400"/>
          </a:xfrm>
          <a:prstGeom prst="rect">
            <a:avLst/>
          </a:prstGeom>
        </p:spPr>
        <p:txBody>
          <a:bodyPr vert="horz" rtlCol="0" anchor="t" anchorCtr="0">
            <a:noAutofit/>
          </a:bodyPr>
          <a:lstStyle/>
          <a:p>
            <a:pPr defTabSz="457200">
              <a:lnSpc>
                <a:spcPct val="125000"/>
              </a:lnSpc>
            </a:pPr>
            <a:r>
              <a:rPr lang="zh-CN" altLang="en-US" sz="1400" spc="28" dirty="0">
                <a:solidFill>
                  <a:schemeClr val="bg1">
                    <a:lumMod val="65000"/>
                  </a:schemeClr>
                </a:solidFill>
                <a:latin typeface="微软雅黑" panose="020B0503020204020204" pitchFamily="34" charset="-122"/>
                <a:ea typeface="微软雅黑" panose="020B0503020204020204" pitchFamily="34" charset="-122"/>
              </a:rPr>
              <a:t>您可以在此处添加您需要的文字，您可以在此处添加您需要的文字您可以在此处添加您需要的文字。</a:t>
            </a:r>
            <a:endParaRPr lang="zh-CN" altLang="en-US" sz="9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Object 205"/>
          <p:cNvSpPr txBox="1"/>
          <p:nvPr/>
        </p:nvSpPr>
        <p:spPr>
          <a:xfrm>
            <a:off x="4976345" y="3712521"/>
            <a:ext cx="5438189"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03</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3000" spc="300" dirty="0">
                <a:solidFill>
                  <a:srgbClr val="000000"/>
                </a:solidFill>
                <a:latin typeface="微软雅黑" panose="020B0503020204020204" pitchFamily="34" charset="-122"/>
                <a:ea typeface="微软雅黑" panose="020B0503020204020204" pitchFamily="34" charset="-122"/>
              </a:rPr>
              <a:t>第三部分在此添加文字</a:t>
            </a:r>
          </a:p>
        </p:txBody>
      </p:sp>
      <p:sp>
        <p:nvSpPr>
          <p:cNvPr id="10" name="灯片编号占位符 9"/>
          <p:cNvSpPr>
            <a:spLocks noGrp="1"/>
          </p:cNvSpPr>
          <p:nvPr>
            <p:ph type="sldNum" sz="quarter" idx="4"/>
          </p:nvPr>
        </p:nvSpPr>
        <p:spPr/>
        <p:txBody>
          <a:bodyPr/>
          <a:lstStyle/>
          <a:p>
            <a:fld id="{548644C6-89F0-466C-949F-E70AD72679A8}" type="slidenum">
              <a:rPr lang="zh-CN" altLang="en-US" smtClean="0"/>
              <a:t>4</a:t>
            </a:fld>
            <a:endParaRPr lang="zh-CN" altLang="en-US"/>
          </a:p>
        </p:txBody>
      </p:sp>
      <p:cxnSp>
        <p:nvCxnSpPr>
          <p:cNvPr id="11" name="直接连接符 10"/>
          <p:cNvCxnSpPr/>
          <p:nvPr/>
        </p:nvCxnSpPr>
        <p:spPr>
          <a:xfrm>
            <a:off x="978420" y="2566566"/>
            <a:ext cx="148582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矩形: 圆角 11"/>
          <p:cNvSpPr/>
          <p:nvPr/>
        </p:nvSpPr>
        <p:spPr>
          <a:xfrm>
            <a:off x="978420" y="2505046"/>
            <a:ext cx="1485830" cy="45719"/>
          </a:xfrm>
          <a:prstGeom prst="roundRect">
            <a:avLst>
              <a:gd name="adj" fmla="val 0"/>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sz="4000" dirty="0"/>
              <a:t>在这里</a:t>
            </a:r>
            <a:r>
              <a:rPr lang="en-US" altLang="zh-CN" sz="4000" b="0" dirty="0">
                <a:solidFill>
                  <a:schemeClr val="bg1">
                    <a:lumMod val="65000"/>
                  </a:schemeClr>
                </a:solidFill>
              </a:rPr>
              <a:t>\</a:t>
            </a:r>
            <a:r>
              <a:rPr lang="zh-CN" altLang="en-US" sz="4000" dirty="0"/>
              <a:t>添加您需要的标题文字</a:t>
            </a:r>
          </a:p>
        </p:txBody>
      </p:sp>
      <p:sp>
        <p:nvSpPr>
          <p:cNvPr id="5" name="文本占位符 4"/>
          <p:cNvSpPr>
            <a:spLocks noGrp="1"/>
          </p:cNvSpPr>
          <p:nvPr>
            <p:ph type="body" sz="quarter" idx="11"/>
          </p:nvPr>
        </p:nvSpPr>
        <p:spPr/>
        <p:txBody>
          <a:bodyPr/>
          <a:lstStyle/>
          <a:p>
            <a:pPr defTabSz="457200">
              <a:lnSpc>
                <a:spcPct val="125000"/>
              </a:lnSpc>
            </a:pPr>
            <a:r>
              <a:rPr lang="zh-CN" altLang="en-US" sz="1800" spc="28" dirty="0">
                <a:solidFill>
                  <a:schemeClr val="bg1">
                    <a:lumMod val="65000"/>
                  </a:schemeClr>
                </a:solidFill>
                <a:latin typeface="微软雅黑" panose="020B0503020204020204" pitchFamily="34" charset="-122"/>
                <a:ea typeface="微软雅黑" panose="020B0503020204020204" pitchFamily="34" charset="-122"/>
              </a:rPr>
              <a:t>您可以在此处添加您需要的文字，您可以在此处添加您需要的。</a:t>
            </a:r>
            <a:endParaRPr lang="zh-CN" altLang="en-US" sz="1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548644C6-89F0-466C-949F-E70AD72679A8}" type="slidenum">
              <a:rPr lang="zh-CN" altLang="en-US" smtClean="0"/>
              <a:t>5</a:t>
            </a:fld>
            <a:endParaRPr lang="zh-CN" altLang="en-US"/>
          </a:p>
        </p:txBody>
      </p:sp>
      <p:cxnSp>
        <p:nvCxnSpPr>
          <p:cNvPr id="13" name="直接连接符 12"/>
          <p:cNvCxnSpPr/>
          <p:nvPr/>
        </p:nvCxnSpPr>
        <p:spPr>
          <a:xfrm>
            <a:off x="1155223" y="1859603"/>
            <a:ext cx="11666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Object 602"/>
          <p:cNvSpPr txBox="1"/>
          <p:nvPr/>
        </p:nvSpPr>
        <p:spPr>
          <a:xfrm>
            <a:off x="342900" y="862931"/>
            <a:ext cx="3408525" cy="2107268"/>
          </a:xfrm>
          <a:prstGeom prst="rect">
            <a:avLst/>
          </a:prstGeom>
        </p:spPr>
        <p:txBody>
          <a:bodyPr vert="horz" rtlCol="0" anchor="t" anchorCtr="0">
            <a:noAutofit/>
          </a:bodyPr>
          <a:lstStyle/>
          <a:p>
            <a:pPr algn="ctr">
              <a:lnSpc>
                <a:spcPct val="100000"/>
              </a:lnSpc>
            </a:pPr>
            <a:r>
              <a:rPr lang="zh-CN" sz="13100" b="1" i="0" dirty="0">
                <a:gradFill flip="none" rotWithShape="1">
                  <a:gsLst>
                    <a:gs pos="0">
                      <a:srgbClr val="D7C1A9"/>
                    </a:gs>
                    <a:gs pos="74418">
                      <a:srgbClr val="D7C1A9">
                        <a:alpha val="0"/>
                      </a:srgbClr>
                    </a:gs>
                  </a:gsLst>
                  <a:lin ang="5400000"/>
                </a:gradFill>
                <a:latin typeface="+mj-ea"/>
                <a:ea typeface="+mj-ea"/>
              </a:rPr>
              <a:t>0</a:t>
            </a:r>
            <a:r>
              <a:rPr lang="en-US" altLang="zh-CN" sz="13100" b="1" i="0" dirty="0">
                <a:gradFill flip="none" rotWithShape="1">
                  <a:gsLst>
                    <a:gs pos="0">
                      <a:srgbClr val="D7C1A9"/>
                    </a:gs>
                    <a:gs pos="74418">
                      <a:srgbClr val="D7C1A9">
                        <a:alpha val="0"/>
                      </a:srgbClr>
                    </a:gs>
                  </a:gsLst>
                  <a:lin ang="5400000"/>
                </a:gradFill>
                <a:latin typeface="+mj-ea"/>
                <a:ea typeface="+mj-ea"/>
              </a:rPr>
              <a:t>1</a:t>
            </a:r>
            <a:endParaRPr lang="zh-CN" altLang="en-US" sz="1000" b="1" dirty="0">
              <a:latin typeface="+mj-ea"/>
              <a:ea typeface="+mj-ea"/>
            </a:endParaRPr>
          </a:p>
        </p:txBody>
      </p:sp>
      <p:sp>
        <p:nvSpPr>
          <p:cNvPr id="9" name="矩形: 圆角 8"/>
          <p:cNvSpPr/>
          <p:nvPr/>
        </p:nvSpPr>
        <p:spPr>
          <a:xfrm>
            <a:off x="807085" y="2801162"/>
            <a:ext cx="48019" cy="845952"/>
          </a:xfrm>
          <a:prstGeom prst="roundRect">
            <a:avLst>
              <a:gd name="adj" fmla="val 50000"/>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dirty="0"/>
              <a:t>纯文字基本样式</a:t>
            </a:r>
            <a:r>
              <a:rPr lang="zh-CN" altLang="en-US" sz="1800" b="0" dirty="0"/>
              <a:t>（推荐版式）</a:t>
            </a:r>
            <a:endParaRPr lang="zh-CN" altLang="en-US" b="0" dirty="0"/>
          </a:p>
        </p:txBody>
      </p:sp>
      <p:sp>
        <p:nvSpPr>
          <p:cNvPr id="3" name="文本占位符 2"/>
          <p:cNvSpPr>
            <a:spLocks noGrp="1"/>
          </p:cNvSpPr>
          <p:nvPr>
            <p:ph type="body" sz="quarter" idx="14"/>
          </p:nvPr>
        </p:nvSpPr>
        <p:spPr>
          <a:xfrm>
            <a:off x="537676" y="1190090"/>
            <a:ext cx="11174254" cy="4765791"/>
          </a:xfrm>
        </p:spPr>
        <p:txBody>
          <a:bodyPr/>
          <a:lstStyle/>
          <a:p>
            <a:r>
              <a:rPr lang="zh-CN" altLang="en-US" b="1" dirty="0"/>
              <a:t>在此添加一级目录标题</a:t>
            </a:r>
            <a:endParaRPr lang="en-US" altLang="zh-CN" b="1" dirty="0"/>
          </a:p>
          <a:p>
            <a:pPr marL="914400" lvl="1" indent="-457200">
              <a:buFont typeface="+mj-lt"/>
              <a:buAutoNum type="arabicPeriod"/>
            </a:pPr>
            <a:r>
              <a:rPr lang="zh-CN" altLang="en-US" dirty="0"/>
              <a:t>这里是二级目录；</a:t>
            </a:r>
            <a:endParaRPr lang="en-US" altLang="zh-CN" dirty="0"/>
          </a:p>
          <a:p>
            <a:pPr marL="914400" lvl="1" indent="-457200">
              <a:buFont typeface="+mj-lt"/>
              <a:buAutoNum type="arabicPeriod"/>
            </a:pPr>
            <a:r>
              <a:rPr lang="zh-CN" altLang="en-US" dirty="0"/>
              <a:t>这里是二级目录，这里是二级目录；</a:t>
            </a:r>
            <a:endParaRPr lang="en-US" altLang="zh-CN" dirty="0"/>
          </a:p>
          <a:p>
            <a:pPr marL="914400" lvl="1" indent="-457200">
              <a:buFont typeface="+mj-lt"/>
              <a:buAutoNum type="arabicPeriod"/>
            </a:pPr>
            <a:r>
              <a:rPr lang="zh-CN" altLang="en-US" dirty="0"/>
              <a:t>这里是二级目录这里是二级目录这里是二级目录；</a:t>
            </a:r>
            <a:endParaRPr lang="en-US" altLang="zh-CN" dirty="0"/>
          </a:p>
          <a:p>
            <a:pPr marL="1371600" lvl="2" indent="-457200">
              <a:buFont typeface="+mj-lt"/>
              <a:buAutoNum type="alphaLcPeriod"/>
            </a:pPr>
            <a:r>
              <a:rPr lang="zh-CN" altLang="en-US" dirty="0">
                <a:solidFill>
                  <a:schemeClr val="bg1">
                    <a:lumMod val="50000"/>
                  </a:schemeClr>
                </a:solidFill>
              </a:rPr>
              <a:t>此处可以添加三级目录此处可以添加三级目录；</a:t>
            </a:r>
            <a:endParaRPr lang="en-US" altLang="zh-CN" dirty="0">
              <a:solidFill>
                <a:schemeClr val="bg1">
                  <a:lumMod val="50000"/>
                </a:schemeClr>
              </a:solidFill>
            </a:endParaRPr>
          </a:p>
          <a:p>
            <a:pPr marL="1371600" lvl="2" indent="-457200">
              <a:buFont typeface="+mj-lt"/>
              <a:buAutoNum type="alphaLcPeriod"/>
            </a:pPr>
            <a:r>
              <a:rPr lang="zh-CN" altLang="en-US" dirty="0">
                <a:solidFill>
                  <a:schemeClr val="bg1">
                    <a:lumMod val="50000"/>
                  </a:schemeClr>
                </a:solidFill>
              </a:rPr>
              <a:t>此处可以添加三级目录此处可以添加三级目录此处可以添加三级目录；</a:t>
            </a:r>
            <a:endParaRPr lang="en-US" altLang="zh-CN" dirty="0">
              <a:solidFill>
                <a:schemeClr val="bg1">
                  <a:lumMod val="50000"/>
                </a:schemeClr>
              </a:solidFill>
            </a:endParaRPr>
          </a:p>
          <a:p>
            <a:pPr marL="1371600" lvl="2" indent="-457200">
              <a:buFont typeface="+mj-lt"/>
              <a:buAutoNum type="alphaLcPeriod"/>
            </a:pPr>
            <a:r>
              <a:rPr lang="zh-CN" altLang="en-US" dirty="0">
                <a:solidFill>
                  <a:schemeClr val="bg1">
                    <a:lumMod val="50000"/>
                  </a:schemeClr>
                </a:solidFill>
              </a:rPr>
              <a:t>此处可以添加三级目录此处可以添加三级目录；</a:t>
            </a:r>
            <a:endParaRPr lang="en-US" altLang="zh-CN" dirty="0">
              <a:solidFill>
                <a:schemeClr val="bg1">
                  <a:lumMod val="50000"/>
                </a:schemeClr>
              </a:solidFill>
            </a:endParaRPr>
          </a:p>
        </p:txBody>
      </p:sp>
      <p:sp>
        <p:nvSpPr>
          <p:cNvPr id="4" name="灯片编号占位符 3"/>
          <p:cNvSpPr>
            <a:spLocks noGrp="1"/>
          </p:cNvSpPr>
          <p:nvPr>
            <p:ph type="sldNum" sz="quarter" idx="4"/>
          </p:nvPr>
        </p:nvSpPr>
        <p:spPr/>
        <p:txBody>
          <a:bodyPr/>
          <a:lstStyle/>
          <a:p>
            <a:fld id="{548644C6-89F0-466C-949F-E70AD72679A8}" type="slidenum">
              <a:rPr lang="zh-CN" altLang="en-US" smtClean="0"/>
              <a:t>6</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纯文字版式</a:t>
            </a:r>
            <a:r>
              <a:rPr lang="zh-CN" altLang="en-US" b="0" dirty="0"/>
              <a:t>（一）</a:t>
            </a:r>
          </a:p>
        </p:txBody>
      </p:sp>
      <p:sp>
        <p:nvSpPr>
          <p:cNvPr id="2" name="文本占位符 1"/>
          <p:cNvSpPr>
            <a:spLocks noGrp="1"/>
          </p:cNvSpPr>
          <p:nvPr>
            <p:ph type="body" sz="quarter" idx="14"/>
          </p:nvPr>
        </p:nvSpPr>
        <p:spPr>
          <a:xfrm>
            <a:off x="1199367" y="2033019"/>
            <a:ext cx="9879203" cy="3228867"/>
          </a:xfrm>
        </p:spPr>
        <p:txBody>
          <a:bodyPr/>
          <a:lstStyle/>
          <a:p>
            <a:pPr marL="0" indent="0" algn="just">
              <a:buNone/>
            </a:pPr>
            <a:r>
              <a:rPr lang="zh-CN" altLang="en-US" sz="2000" b="0" dirty="0">
                <a:solidFill>
                  <a:schemeClr val="tx1">
                    <a:lumMod val="75000"/>
                    <a:lumOff val="25000"/>
                  </a:schemeClr>
                </a:solidFill>
              </a:rPr>
              <a:t>可在此处添加您的文字可在此处添加您的文字可在此处添加您的文字可在此处添加您的文字可在此处添加您的文字可在此处添加您可在此处添加您的文字可在此处添加您的文字可在此处</a:t>
            </a:r>
            <a:r>
              <a:rPr lang="zh-CN" altLang="en-US" sz="2000" u="sng" dirty="0">
                <a:solidFill>
                  <a:srgbClr val="A62038"/>
                </a:solidFill>
              </a:rPr>
              <a:t>强调您的文字</a:t>
            </a:r>
            <a:r>
              <a:rPr lang="zh-CN" altLang="en-US" sz="2000" b="0" dirty="0">
                <a:solidFill>
                  <a:schemeClr val="tx1">
                    <a:lumMod val="75000"/>
                    <a:lumOff val="25000"/>
                  </a:schemeClr>
                </a:solidFill>
              </a:rPr>
              <a:t>。</a:t>
            </a:r>
            <a:endParaRPr lang="en-US" altLang="zh-CN" sz="2000" b="0" dirty="0">
              <a:solidFill>
                <a:schemeClr val="tx1">
                  <a:lumMod val="75000"/>
                  <a:lumOff val="25000"/>
                </a:schemeClr>
              </a:solidFill>
            </a:endParaRPr>
          </a:p>
          <a:p>
            <a:pPr marL="0" indent="0" algn="just">
              <a:buNone/>
            </a:pPr>
            <a:r>
              <a:rPr lang="zh-CN" altLang="en-US" sz="2000" b="0" dirty="0">
                <a:solidFill>
                  <a:schemeClr val="tx1">
                    <a:lumMod val="75000"/>
                    <a:lumOff val="25000"/>
                  </a:schemeClr>
                </a:solidFill>
              </a:rPr>
              <a:t>可在此处添加您的文字可在此处添加您的文字可在此处添加您的文字可在此处添加您的文字可在此处添加您的文字可在此处添加您可在此处添加您的文字可在此处添加您的文字可在此处添加您的文字。</a:t>
            </a:r>
          </a:p>
          <a:p>
            <a:pPr marL="0" indent="0" algn="just">
              <a:buNone/>
            </a:pPr>
            <a:r>
              <a:rPr lang="zh-CN" altLang="en-US" sz="2000" b="0" dirty="0">
                <a:solidFill>
                  <a:schemeClr val="tx1">
                    <a:lumMod val="75000"/>
                    <a:lumOff val="25000"/>
                  </a:schemeClr>
                </a:solidFill>
              </a:rPr>
              <a:t>可在此处添加您的文字可在此处添加您的文字可在此处添加。</a:t>
            </a:r>
          </a:p>
          <a:p>
            <a:pPr marL="0" indent="0" algn="just">
              <a:buNone/>
            </a:pPr>
            <a:endParaRPr lang="zh-CN" altLang="en-US" sz="2000" b="0" dirty="0">
              <a:solidFill>
                <a:schemeClr val="tx1">
                  <a:lumMod val="75000"/>
                  <a:lumOff val="25000"/>
                </a:schemeClr>
              </a:solidFill>
            </a:endParaRPr>
          </a:p>
        </p:txBody>
      </p:sp>
      <p:sp>
        <p:nvSpPr>
          <p:cNvPr id="7" name="灯片编号占位符 6"/>
          <p:cNvSpPr>
            <a:spLocks noGrp="1"/>
          </p:cNvSpPr>
          <p:nvPr>
            <p:ph type="sldNum" sz="quarter" idx="4"/>
          </p:nvPr>
        </p:nvSpPr>
        <p:spPr/>
        <p:txBody>
          <a:bodyPr/>
          <a:lstStyle/>
          <a:p>
            <a:fld id="{548644C6-89F0-466C-949F-E70AD72679A8}" type="slidenum">
              <a:rPr lang="zh-CN" altLang="en-US" smtClean="0"/>
              <a:t>7</a:t>
            </a:fld>
            <a:endParaRPr lang="zh-CN" altLang="en-US"/>
          </a:p>
        </p:txBody>
      </p:sp>
      <p:sp>
        <p:nvSpPr>
          <p:cNvPr id="3" name="矩形: 圆角 2"/>
          <p:cNvSpPr/>
          <p:nvPr/>
        </p:nvSpPr>
        <p:spPr>
          <a:xfrm>
            <a:off x="892372" y="1699481"/>
            <a:ext cx="10406431" cy="3884614"/>
          </a:xfrm>
          <a:prstGeom prst="roundRect">
            <a:avLst>
              <a:gd name="adj" fmla="val 5292"/>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顶角 14"/>
          <p:cNvSpPr/>
          <p:nvPr/>
        </p:nvSpPr>
        <p:spPr>
          <a:xfrm rot="10800000">
            <a:off x="1022681" y="1706456"/>
            <a:ext cx="1032938" cy="235258"/>
          </a:xfrm>
          <a:prstGeom prst="round2SameRect">
            <a:avLst>
              <a:gd name="adj1" fmla="val 50000"/>
              <a:gd name="adj2" fmla="val 0"/>
            </a:avLst>
          </a:prstGeom>
          <a:solidFill>
            <a:srgbClr val="E0CFB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半闭框 13"/>
          <p:cNvSpPr/>
          <p:nvPr/>
        </p:nvSpPr>
        <p:spPr>
          <a:xfrm rot="10800000">
            <a:off x="10955163" y="5261886"/>
            <a:ext cx="351893"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纯文字版式</a:t>
            </a:r>
            <a:r>
              <a:rPr lang="zh-CN" altLang="en-US" b="0" dirty="0"/>
              <a:t>（二）</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8</a:t>
            </a:fld>
            <a:endParaRPr lang="zh-CN" altLang="en-US"/>
          </a:p>
        </p:txBody>
      </p:sp>
      <p:grpSp>
        <p:nvGrpSpPr>
          <p:cNvPr id="43" name="组合 42"/>
          <p:cNvGrpSpPr/>
          <p:nvPr/>
        </p:nvGrpSpPr>
        <p:grpSpPr>
          <a:xfrm>
            <a:off x="877580" y="1699481"/>
            <a:ext cx="5125254" cy="3892384"/>
            <a:chOff x="877580" y="1699481"/>
            <a:chExt cx="5125254" cy="3892384"/>
          </a:xfrm>
        </p:grpSpPr>
        <p:grpSp>
          <p:nvGrpSpPr>
            <p:cNvPr id="12" name="组合 11"/>
            <p:cNvGrpSpPr/>
            <p:nvPr/>
          </p:nvGrpSpPr>
          <p:grpSpPr>
            <a:xfrm>
              <a:off x="877580" y="1699481"/>
              <a:ext cx="5125254" cy="3892384"/>
              <a:chOff x="892372" y="1699481"/>
              <a:chExt cx="4690281" cy="3892384"/>
            </a:xfrm>
          </p:grpSpPr>
          <p:sp>
            <p:nvSpPr>
              <p:cNvPr id="3" name="矩形: 圆角 2"/>
              <p:cNvSpPr/>
              <p:nvPr/>
            </p:nvSpPr>
            <p:spPr>
              <a:xfrm>
                <a:off x="892372" y="1699481"/>
                <a:ext cx="4690281" cy="3884614"/>
              </a:xfrm>
              <a:prstGeom prst="roundRect">
                <a:avLst>
                  <a:gd name="adj" fmla="val 5292"/>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半闭框 9"/>
              <p:cNvSpPr/>
              <p:nvPr/>
            </p:nvSpPr>
            <p:spPr>
              <a:xfrm rot="10800000">
                <a:off x="5260625" y="5261886"/>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矩形: 圆顶角 3"/>
            <p:cNvSpPr/>
            <p:nvPr/>
          </p:nvSpPr>
          <p:spPr>
            <a:xfrm rot="10800000">
              <a:off x="1022681" y="1706456"/>
              <a:ext cx="1032938" cy="235258"/>
            </a:xfrm>
            <a:prstGeom prst="round2SameRect">
              <a:avLst>
                <a:gd name="adj1" fmla="val 50000"/>
                <a:gd name="adj2" fmla="val 0"/>
              </a:avLst>
            </a:prstGeom>
            <a:solidFill>
              <a:srgbClr val="E0CFB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占位符 1"/>
          <p:cNvSpPr txBox="1"/>
          <p:nvPr/>
        </p:nvSpPr>
        <p:spPr>
          <a:xfrm>
            <a:off x="6513607" y="2784200"/>
            <a:ext cx="4443981" cy="2477686"/>
          </a:xfrm>
          <a:prstGeom prst="rect">
            <a:avLst/>
          </a:prstGeom>
        </p:spPr>
        <p:txBody>
          <a:bodyPr/>
          <a:lstStyle>
            <a:lvl1pPr marL="363855" indent="-363855" algn="l" defTabSz="914400" rtl="0" eaLnBrk="1" latinLnBrk="0" hangingPunct="1">
              <a:lnSpc>
                <a:spcPct val="130000"/>
              </a:lnSpc>
              <a:spcBef>
                <a:spcPts val="1000"/>
              </a:spcBef>
              <a:buClr>
                <a:srgbClr val="A62038"/>
              </a:buClr>
              <a:buFont typeface="Arial" panose="020B0604020202090204" pitchFamily="34" charset="0"/>
              <a:buChar char="•"/>
              <a:defRPr sz="2400" b="0" kern="1200" spc="300">
                <a:solidFill>
                  <a:schemeClr val="accent2">
                    <a:lumMod val="50000"/>
                  </a:schemeClr>
                </a:solidFill>
                <a:latin typeface="+mn-lt"/>
                <a:ea typeface="+mn-ea"/>
                <a:cs typeface="+mn-cs"/>
              </a:defRPr>
            </a:lvl1pPr>
            <a:lvl2pPr marL="685800" indent="-228600" algn="l" defTabSz="914400" rtl="0" eaLnBrk="1" latinLnBrk="0" hangingPunct="1">
              <a:lnSpc>
                <a:spcPct val="130000"/>
              </a:lnSpc>
              <a:spcBef>
                <a:spcPts val="500"/>
              </a:spcBef>
              <a:buClr>
                <a:srgbClr val="A62038"/>
              </a:buClr>
              <a:buFont typeface="Arial" panose="020B0604020202090204" pitchFamily="34" charset="0"/>
              <a:buChar char="•"/>
              <a:defRPr sz="2400" kern="1200" spc="300">
                <a:solidFill>
                  <a:schemeClr val="accent2">
                    <a:lumMod val="50000"/>
                  </a:schemeClr>
                </a:solidFill>
                <a:latin typeface="+mn-lt"/>
                <a:ea typeface="+mn-ea"/>
                <a:cs typeface="+mn-cs"/>
              </a:defRPr>
            </a:lvl2pPr>
            <a:lvl3pPr marL="1143000" indent="-228600" algn="l" defTabSz="914400" rtl="0" eaLnBrk="1" latinLnBrk="0" hangingPunct="1">
              <a:lnSpc>
                <a:spcPct val="130000"/>
              </a:lnSpc>
              <a:spcBef>
                <a:spcPts val="500"/>
              </a:spcBef>
              <a:buClr>
                <a:srgbClr val="A62038"/>
              </a:buClr>
              <a:buFont typeface="Arial" panose="020B0604020202090204" pitchFamily="34" charset="0"/>
              <a:buChar char="•"/>
              <a:defRPr sz="2000" kern="1200" spc="300">
                <a:solidFill>
                  <a:schemeClr val="accent2">
                    <a:lumMod val="50000"/>
                  </a:schemeClr>
                </a:solidFill>
                <a:latin typeface="+mn-lt"/>
                <a:ea typeface="+mn-ea"/>
                <a:cs typeface="+mn-cs"/>
              </a:defRPr>
            </a:lvl3pPr>
            <a:lvl4pPr marL="16002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4pPr>
            <a:lvl5pPr marL="20574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Font typeface="Arial" panose="020B0604020202090204" pitchFamily="34" charset="0"/>
              <a:buNone/>
            </a:pPr>
            <a:r>
              <a:rPr lang="zh-CN" altLang="en-US" sz="2000" dirty="0">
                <a:solidFill>
                  <a:schemeClr val="tx1">
                    <a:lumMod val="75000"/>
                    <a:lumOff val="25000"/>
                  </a:schemeClr>
                </a:solidFill>
              </a:rPr>
              <a:t>可在此处添加您的文字可在此处添加您的文字可在此处添加您的文字可在此处添加您的文字可在此处添加您的文字可在此处添加您可在此处添加您的。</a:t>
            </a:r>
            <a:endParaRPr lang="en-US" altLang="zh-CN" sz="2000" dirty="0">
              <a:solidFill>
                <a:schemeClr val="tx1">
                  <a:lumMod val="75000"/>
                  <a:lumOff val="25000"/>
                </a:schemeClr>
              </a:solidFill>
            </a:endParaRPr>
          </a:p>
        </p:txBody>
      </p:sp>
      <p:sp>
        <p:nvSpPr>
          <p:cNvPr id="36" name="Object 408"/>
          <p:cNvSpPr txBox="1"/>
          <p:nvPr/>
        </p:nvSpPr>
        <p:spPr>
          <a:xfrm>
            <a:off x="6513607" y="2263923"/>
            <a:ext cx="2643961" cy="320637"/>
          </a:xfrm>
          <a:prstGeom prst="rect">
            <a:avLst/>
          </a:prstGeom>
        </p:spPr>
        <p:txBody>
          <a:bodyPr vert="horz" rtlCol="0" anchor="ctr" anchorCtr="0">
            <a:noAutofit/>
          </a:bodyPr>
          <a:lstStyle/>
          <a:p>
            <a:pPr>
              <a:lnSpc>
                <a:spcPct val="96000"/>
              </a:lnSpc>
            </a:pPr>
            <a:r>
              <a:rPr lang="zh-CN" altLang="en-US" sz="2400" b="1" dirty="0">
                <a:solidFill>
                  <a:schemeClr val="tx1">
                    <a:lumMod val="75000"/>
                    <a:lumOff val="25000"/>
                  </a:schemeClr>
                </a:solidFill>
                <a:latin typeface="+mj-ea"/>
                <a:ea typeface="+mj-ea"/>
              </a:rPr>
              <a:t>在此添加段落要点</a:t>
            </a:r>
            <a:endParaRPr lang="zh-CN" altLang="en-US" sz="1100" b="1" dirty="0">
              <a:solidFill>
                <a:schemeClr val="tx1">
                  <a:lumMod val="75000"/>
                  <a:lumOff val="25000"/>
                </a:schemeClr>
              </a:solidFill>
              <a:latin typeface="+mj-ea"/>
              <a:ea typeface="+mj-ea"/>
            </a:endParaRPr>
          </a:p>
        </p:txBody>
      </p:sp>
      <p:grpSp>
        <p:nvGrpSpPr>
          <p:cNvPr id="37" name="组合 36"/>
          <p:cNvGrpSpPr/>
          <p:nvPr/>
        </p:nvGrpSpPr>
        <p:grpSpPr>
          <a:xfrm>
            <a:off x="6147934" y="1699481"/>
            <a:ext cx="5125254" cy="3892384"/>
            <a:chOff x="892372" y="1699481"/>
            <a:chExt cx="4690281" cy="3892384"/>
          </a:xfrm>
        </p:grpSpPr>
        <p:sp>
          <p:nvSpPr>
            <p:cNvPr id="38" name="矩形: 圆角 37"/>
            <p:cNvSpPr/>
            <p:nvPr/>
          </p:nvSpPr>
          <p:spPr>
            <a:xfrm>
              <a:off x="892372" y="1699481"/>
              <a:ext cx="4690281" cy="3884614"/>
            </a:xfrm>
            <a:prstGeom prst="roundRect">
              <a:avLst>
                <a:gd name="adj" fmla="val 5292"/>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半闭框 38"/>
            <p:cNvSpPr/>
            <p:nvPr/>
          </p:nvSpPr>
          <p:spPr>
            <a:xfrm rot="10800000">
              <a:off x="5260625" y="5261886"/>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0" name="矩形: 圆顶角 39"/>
          <p:cNvSpPr/>
          <p:nvPr/>
        </p:nvSpPr>
        <p:spPr>
          <a:xfrm rot="10800000">
            <a:off x="6293035" y="1706456"/>
            <a:ext cx="1032938" cy="235258"/>
          </a:xfrm>
          <a:prstGeom prst="round2SameRect">
            <a:avLst>
              <a:gd name="adj1" fmla="val 50000"/>
              <a:gd name="adj2" fmla="val 0"/>
            </a:avLst>
          </a:prstGeom>
          <a:solidFill>
            <a:srgbClr val="E0CFB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占位符 1"/>
          <p:cNvSpPr txBox="1"/>
          <p:nvPr/>
        </p:nvSpPr>
        <p:spPr>
          <a:xfrm>
            <a:off x="1243253" y="2784200"/>
            <a:ext cx="4443981" cy="2477686"/>
          </a:xfrm>
          <a:prstGeom prst="rect">
            <a:avLst/>
          </a:prstGeom>
        </p:spPr>
        <p:txBody>
          <a:bodyPr/>
          <a:lstStyle>
            <a:lvl1pPr marL="363855" indent="-363855" algn="l" defTabSz="914400" rtl="0" eaLnBrk="1" latinLnBrk="0" hangingPunct="1">
              <a:lnSpc>
                <a:spcPct val="130000"/>
              </a:lnSpc>
              <a:spcBef>
                <a:spcPts val="1000"/>
              </a:spcBef>
              <a:buClr>
                <a:srgbClr val="A62038"/>
              </a:buClr>
              <a:buFont typeface="Arial" panose="020B0604020202090204" pitchFamily="34" charset="0"/>
              <a:buChar char="•"/>
              <a:defRPr sz="2400" b="0" kern="1200" spc="300">
                <a:solidFill>
                  <a:schemeClr val="accent2">
                    <a:lumMod val="50000"/>
                  </a:schemeClr>
                </a:solidFill>
                <a:latin typeface="+mn-lt"/>
                <a:ea typeface="+mn-ea"/>
                <a:cs typeface="+mn-cs"/>
              </a:defRPr>
            </a:lvl1pPr>
            <a:lvl2pPr marL="685800" indent="-228600" algn="l" defTabSz="914400" rtl="0" eaLnBrk="1" latinLnBrk="0" hangingPunct="1">
              <a:lnSpc>
                <a:spcPct val="130000"/>
              </a:lnSpc>
              <a:spcBef>
                <a:spcPts val="500"/>
              </a:spcBef>
              <a:buClr>
                <a:srgbClr val="A62038"/>
              </a:buClr>
              <a:buFont typeface="Arial" panose="020B0604020202090204" pitchFamily="34" charset="0"/>
              <a:buChar char="•"/>
              <a:defRPr sz="2400" kern="1200" spc="300">
                <a:solidFill>
                  <a:schemeClr val="accent2">
                    <a:lumMod val="50000"/>
                  </a:schemeClr>
                </a:solidFill>
                <a:latin typeface="+mn-lt"/>
                <a:ea typeface="+mn-ea"/>
                <a:cs typeface="+mn-cs"/>
              </a:defRPr>
            </a:lvl2pPr>
            <a:lvl3pPr marL="1143000" indent="-228600" algn="l" defTabSz="914400" rtl="0" eaLnBrk="1" latinLnBrk="0" hangingPunct="1">
              <a:lnSpc>
                <a:spcPct val="130000"/>
              </a:lnSpc>
              <a:spcBef>
                <a:spcPts val="500"/>
              </a:spcBef>
              <a:buClr>
                <a:srgbClr val="A62038"/>
              </a:buClr>
              <a:buFont typeface="Arial" panose="020B0604020202090204" pitchFamily="34" charset="0"/>
              <a:buChar char="•"/>
              <a:defRPr sz="2000" kern="1200" spc="300">
                <a:solidFill>
                  <a:schemeClr val="accent2">
                    <a:lumMod val="50000"/>
                  </a:schemeClr>
                </a:solidFill>
                <a:latin typeface="+mn-lt"/>
                <a:ea typeface="+mn-ea"/>
                <a:cs typeface="+mn-cs"/>
              </a:defRPr>
            </a:lvl3pPr>
            <a:lvl4pPr marL="16002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4pPr>
            <a:lvl5pPr marL="20574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r>
              <a:rPr lang="zh-CN" altLang="en-US" sz="2000" dirty="0">
                <a:solidFill>
                  <a:schemeClr val="tx1">
                    <a:lumMod val="75000"/>
                    <a:lumOff val="25000"/>
                  </a:schemeClr>
                </a:solidFill>
              </a:rPr>
              <a:t>可在此处添加您的文字可在此处添加您的文字可在此处添加您的文字可在此处</a:t>
            </a:r>
            <a:r>
              <a:rPr lang="zh-CN" altLang="en-US" sz="2000" u="sng" dirty="0">
                <a:solidFill>
                  <a:srgbClr val="A62038"/>
                </a:solidFill>
              </a:rPr>
              <a:t>强调您的文字</a:t>
            </a:r>
            <a:r>
              <a:rPr lang="zh-CN" altLang="en-US" sz="2000" dirty="0">
                <a:solidFill>
                  <a:schemeClr val="tx1">
                    <a:lumMod val="75000"/>
                    <a:lumOff val="25000"/>
                  </a:schemeClr>
                </a:solidFill>
              </a:rPr>
              <a:t>添加您的文字可在此处添加您的文字可在此处添加您可在此处添加您的。</a:t>
            </a:r>
            <a:endParaRPr lang="en-US" altLang="zh-CN" sz="2000" dirty="0">
              <a:solidFill>
                <a:schemeClr val="tx1">
                  <a:lumMod val="75000"/>
                  <a:lumOff val="25000"/>
                </a:schemeClr>
              </a:solidFill>
            </a:endParaRPr>
          </a:p>
        </p:txBody>
      </p:sp>
      <p:sp>
        <p:nvSpPr>
          <p:cNvPr id="42" name="Object 408"/>
          <p:cNvSpPr txBox="1"/>
          <p:nvPr/>
        </p:nvSpPr>
        <p:spPr>
          <a:xfrm>
            <a:off x="1243253" y="2263923"/>
            <a:ext cx="2643961" cy="320637"/>
          </a:xfrm>
          <a:prstGeom prst="rect">
            <a:avLst/>
          </a:prstGeom>
        </p:spPr>
        <p:txBody>
          <a:bodyPr vert="horz" rtlCol="0" anchor="ctr" anchorCtr="0">
            <a:noAutofit/>
          </a:bodyPr>
          <a:lstStyle/>
          <a:p>
            <a:pPr>
              <a:lnSpc>
                <a:spcPct val="96000"/>
              </a:lnSpc>
            </a:pPr>
            <a:r>
              <a:rPr lang="zh-CN" altLang="en-US" sz="2400" b="1" dirty="0">
                <a:solidFill>
                  <a:schemeClr val="tx1">
                    <a:lumMod val="75000"/>
                    <a:lumOff val="25000"/>
                  </a:schemeClr>
                </a:solidFill>
                <a:latin typeface="+mj-ea"/>
                <a:ea typeface="+mj-ea"/>
              </a:rPr>
              <a:t>在此添加段落要点</a:t>
            </a:r>
            <a:endParaRPr lang="zh-CN" altLang="en-US" sz="1100" b="1" dirty="0">
              <a:solidFill>
                <a:schemeClr val="tx1">
                  <a:lumMod val="75000"/>
                  <a:lumOff val="25000"/>
                </a:schemeClr>
              </a:solidFill>
              <a:latin typeface="+mj-ea"/>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一个圆顶角，剪去另一个顶角 35"/>
          <p:cNvSpPr/>
          <p:nvPr/>
        </p:nvSpPr>
        <p:spPr>
          <a:xfrm rot="16200000">
            <a:off x="541295" y="1918171"/>
            <a:ext cx="4193559" cy="3321751"/>
          </a:xfrm>
          <a:prstGeom prst="snipRoundRect">
            <a:avLst>
              <a:gd name="adj1" fmla="val 9702"/>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a:off x="4444624" y="1482273"/>
            <a:ext cx="3246214" cy="420202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7860671" y="1482273"/>
            <a:ext cx="3246214" cy="420202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1"/>
          </p:nvPr>
        </p:nvSpPr>
        <p:spPr/>
        <p:txBody>
          <a:bodyPr/>
          <a:lstStyle/>
          <a:p>
            <a:r>
              <a:rPr lang="zh-CN" altLang="en-US" dirty="0"/>
              <a:t>纯文字版式</a:t>
            </a:r>
            <a:r>
              <a:rPr lang="zh-CN" altLang="en-US" b="0" dirty="0"/>
              <a:t>（三）</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9</a:t>
            </a:fld>
            <a:endParaRPr lang="zh-CN" altLang="en-US"/>
          </a:p>
        </p:txBody>
      </p:sp>
      <p:sp>
        <p:nvSpPr>
          <p:cNvPr id="8" name="Object 403"/>
          <p:cNvSpPr txBox="1"/>
          <p:nvPr/>
        </p:nvSpPr>
        <p:spPr>
          <a:xfrm>
            <a:off x="1292580" y="2594691"/>
            <a:ext cx="2643961" cy="320637"/>
          </a:xfrm>
          <a:prstGeom prst="rect">
            <a:avLst/>
          </a:prstGeom>
        </p:spPr>
        <p:txBody>
          <a:bodyPr vert="horz" rtlCol="0" anchor="ctr" anchorCtr="0">
            <a:noAutofit/>
          </a:bodyPr>
          <a:lstStyle/>
          <a:p>
            <a:pPr algn="l">
              <a:lnSpc>
                <a:spcPct val="96000"/>
              </a:lnSpc>
            </a:pPr>
            <a:r>
              <a:rPr lang="zh-CN" altLang="en-US" sz="2000" b="1" dirty="0">
                <a:solidFill>
                  <a:srgbClr val="FFFFFF"/>
                </a:solidFill>
                <a:latin typeface="+mj-ea"/>
                <a:ea typeface="+mj-ea"/>
              </a:rPr>
              <a:t>在此添加段落要点</a:t>
            </a:r>
            <a:endParaRPr lang="zh-CN" altLang="en-US" sz="1050" b="1" dirty="0">
              <a:latin typeface="+mj-ea"/>
              <a:ea typeface="+mj-ea"/>
            </a:endParaRPr>
          </a:p>
        </p:txBody>
      </p:sp>
      <p:sp>
        <p:nvSpPr>
          <p:cNvPr id="9" name="Object 404"/>
          <p:cNvSpPr txBox="1"/>
          <p:nvPr/>
        </p:nvSpPr>
        <p:spPr>
          <a:xfrm>
            <a:off x="1271478" y="3174242"/>
            <a:ext cx="2643961" cy="815535"/>
          </a:xfrm>
          <a:prstGeom prst="rect">
            <a:avLst/>
          </a:prstGeom>
        </p:spPr>
        <p:txBody>
          <a:bodyPr vert="horz" rtlCol="0" anchor="t" anchorCtr="0">
            <a:noAutofit/>
          </a:bodyPr>
          <a:lstStyle/>
          <a:p>
            <a:pPr algn="just">
              <a:lnSpc>
                <a:spcPct val="117000"/>
              </a:lnSpc>
            </a:pPr>
            <a:r>
              <a:rPr lang="zh-CN" altLang="en-US" sz="1400" b="0" i="0" dirty="0">
                <a:solidFill>
                  <a:srgbClr val="FFFFFF"/>
                </a:solidFill>
                <a:latin typeface="+mj-ea"/>
                <a:ea typeface="+mj-ea"/>
              </a:rPr>
              <a:t>在此添加您需要的文字</a:t>
            </a:r>
            <a:r>
              <a:rPr lang="zh-CN" altLang="en-US" sz="1400" dirty="0">
                <a:solidFill>
                  <a:srgbClr val="FFFFFF"/>
                </a:solidFill>
                <a:latin typeface="+mj-ea"/>
                <a:ea typeface="+mj-ea"/>
              </a:rPr>
              <a:t>。在此添加您需要的文字。</a:t>
            </a:r>
            <a:r>
              <a:rPr lang="zh-CN" altLang="en-US" sz="1400" dirty="0">
                <a:solidFill>
                  <a:srgbClr val="FFFFFF"/>
                </a:solidFill>
                <a:latin typeface="+mj-ea"/>
              </a:rPr>
              <a:t>添加您需要的文字。</a:t>
            </a:r>
            <a:r>
              <a:rPr lang="zh-CN" altLang="en-US" sz="1400" u="sng" dirty="0">
                <a:solidFill>
                  <a:schemeClr val="accent5">
                    <a:lumMod val="40000"/>
                    <a:lumOff val="60000"/>
                  </a:schemeClr>
                </a:solidFill>
                <a:latin typeface="+mj-ea"/>
              </a:rPr>
              <a:t>强调您需要的文字</a:t>
            </a:r>
            <a:r>
              <a:rPr lang="zh-CN" altLang="en-US" sz="1400" dirty="0">
                <a:solidFill>
                  <a:srgbClr val="FFFFFF"/>
                </a:solidFill>
                <a:latin typeface="+mj-ea"/>
              </a:rPr>
              <a:t>。</a:t>
            </a:r>
            <a:r>
              <a:rPr lang="zh-CN" altLang="en-US" sz="1400" dirty="0">
                <a:solidFill>
                  <a:srgbClr val="FFFFFF"/>
                </a:solidFill>
                <a:latin typeface="+mj-ea"/>
                <a:ea typeface="+mj-ea"/>
              </a:rPr>
              <a:t>在此添加您需要的文字。</a:t>
            </a:r>
            <a:r>
              <a:rPr lang="zh-CN" altLang="en-US" sz="1400" dirty="0">
                <a:solidFill>
                  <a:srgbClr val="FFFFFF"/>
                </a:solidFill>
                <a:latin typeface="+mj-ea"/>
              </a:rPr>
              <a:t>在此添加您需要的文字。在此添加您需要的文字。在此添加您需要的文字。</a:t>
            </a:r>
            <a:endParaRPr lang="zh-CN" altLang="en-US" sz="1400" dirty="0">
              <a:solidFill>
                <a:srgbClr val="FFFFFF"/>
              </a:solidFill>
              <a:latin typeface="+mj-ea"/>
              <a:ea typeface="+mj-ea"/>
            </a:endParaRPr>
          </a:p>
        </p:txBody>
      </p:sp>
      <p:sp>
        <p:nvSpPr>
          <p:cNvPr id="13" name="Object 408"/>
          <p:cNvSpPr txBox="1"/>
          <p:nvPr/>
        </p:nvSpPr>
        <p:spPr>
          <a:xfrm>
            <a:off x="4741569" y="2598284"/>
            <a:ext cx="2643961" cy="320637"/>
          </a:xfrm>
          <a:prstGeom prst="rect">
            <a:avLst/>
          </a:prstGeom>
        </p:spPr>
        <p:txBody>
          <a:bodyPr vert="horz" rtlCol="0" anchor="ctr" anchorCtr="0">
            <a:noAutofit/>
          </a:bodyPr>
          <a:lstStyle/>
          <a:p>
            <a:pPr>
              <a:lnSpc>
                <a:spcPct val="96000"/>
              </a:lnSpc>
            </a:pPr>
            <a:r>
              <a:rPr lang="zh-CN" altLang="en-US" sz="2000" b="1" dirty="0">
                <a:solidFill>
                  <a:schemeClr val="tx1">
                    <a:lumMod val="75000"/>
                    <a:lumOff val="25000"/>
                  </a:schemeClr>
                </a:solidFill>
                <a:latin typeface="+mj-ea"/>
                <a:ea typeface="+mj-ea"/>
              </a:rPr>
              <a:t>在此添加段落要点</a:t>
            </a:r>
            <a:endParaRPr lang="zh-CN" altLang="en-US" sz="1050" b="1" dirty="0">
              <a:solidFill>
                <a:schemeClr val="tx1">
                  <a:lumMod val="75000"/>
                  <a:lumOff val="25000"/>
                </a:schemeClr>
              </a:solidFill>
              <a:latin typeface="+mj-ea"/>
              <a:ea typeface="+mj-ea"/>
            </a:endParaRPr>
          </a:p>
        </p:txBody>
      </p:sp>
      <p:sp>
        <p:nvSpPr>
          <p:cNvPr id="14" name="Object 409"/>
          <p:cNvSpPr txBox="1"/>
          <p:nvPr/>
        </p:nvSpPr>
        <p:spPr>
          <a:xfrm>
            <a:off x="4752539" y="3175887"/>
            <a:ext cx="2579822" cy="1087380"/>
          </a:xfrm>
          <a:prstGeom prst="rect">
            <a:avLst/>
          </a:prstGeom>
        </p:spPr>
        <p:txBody>
          <a:bodyPr vert="horz" rtlCol="0" anchor="t" anchorCtr="0">
            <a:noAutofit/>
          </a:bodyPr>
          <a:lstStyle/>
          <a:p>
            <a:pPr algn="just">
              <a:lnSpc>
                <a:spcPct val="117000"/>
              </a:lnSpc>
            </a:pPr>
            <a:r>
              <a:rPr lang="zh-CN" altLang="en-US" sz="1400" dirty="0">
                <a:solidFill>
                  <a:schemeClr val="bg1">
                    <a:lumMod val="50000"/>
                  </a:schemeClr>
                </a:solidFill>
                <a:latin typeface="+mj-ea"/>
              </a:rPr>
              <a:t>在此添加您需要的文字。在此添加您需要的文字。在此添加您需要的文字。在此添加您需要的文字。在此添在此添加您需要的文字。在此添加您加您需要的文字。在此添加您需要的文字。</a:t>
            </a:r>
          </a:p>
        </p:txBody>
      </p:sp>
      <p:sp>
        <p:nvSpPr>
          <p:cNvPr id="18" name="Object 4013"/>
          <p:cNvSpPr txBox="1"/>
          <p:nvPr/>
        </p:nvSpPr>
        <p:spPr>
          <a:xfrm>
            <a:off x="8207814" y="2594909"/>
            <a:ext cx="2643961" cy="320637"/>
          </a:xfrm>
          <a:prstGeom prst="rect">
            <a:avLst/>
          </a:prstGeom>
        </p:spPr>
        <p:txBody>
          <a:bodyPr vert="horz" rtlCol="0" anchor="ctr" anchorCtr="0">
            <a:noAutofit/>
          </a:bodyPr>
          <a:lstStyle/>
          <a:p>
            <a:pPr>
              <a:lnSpc>
                <a:spcPct val="96000"/>
              </a:lnSpc>
            </a:pPr>
            <a:r>
              <a:rPr lang="zh-CN" altLang="en-US" sz="2000" b="1" dirty="0">
                <a:solidFill>
                  <a:schemeClr val="tx1">
                    <a:lumMod val="75000"/>
                    <a:lumOff val="25000"/>
                  </a:schemeClr>
                </a:solidFill>
                <a:latin typeface="+mj-ea"/>
                <a:ea typeface="+mj-ea"/>
              </a:rPr>
              <a:t>在此添加段落要点</a:t>
            </a:r>
            <a:endParaRPr lang="zh-CN" altLang="en-US" sz="1050" b="1" dirty="0">
              <a:solidFill>
                <a:schemeClr val="tx1">
                  <a:lumMod val="75000"/>
                  <a:lumOff val="25000"/>
                </a:schemeClr>
              </a:solidFill>
              <a:latin typeface="+mj-ea"/>
              <a:ea typeface="+mj-ea"/>
            </a:endParaRPr>
          </a:p>
        </p:txBody>
      </p:sp>
      <p:sp>
        <p:nvSpPr>
          <p:cNvPr id="19" name="Object 4014"/>
          <p:cNvSpPr txBox="1"/>
          <p:nvPr/>
        </p:nvSpPr>
        <p:spPr>
          <a:xfrm>
            <a:off x="8191834" y="3179906"/>
            <a:ext cx="2643961" cy="815535"/>
          </a:xfrm>
          <a:prstGeom prst="rect">
            <a:avLst/>
          </a:prstGeom>
        </p:spPr>
        <p:txBody>
          <a:bodyPr vert="horz" rtlCol="0" anchor="t" anchorCtr="0">
            <a:noAutofit/>
          </a:bodyPr>
          <a:lstStyle/>
          <a:p>
            <a:pPr algn="just">
              <a:lnSpc>
                <a:spcPct val="117000"/>
              </a:lnSpc>
            </a:pPr>
            <a:r>
              <a:rPr lang="zh-CN" altLang="en-US" sz="1400"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a:t>
            </a:r>
          </a:p>
        </p:txBody>
      </p:sp>
      <p:sp>
        <p:nvSpPr>
          <p:cNvPr id="22" name="Freeform 11"/>
          <p:cNvSpPr>
            <a:spLocks noEditPoints="1"/>
          </p:cNvSpPr>
          <p:nvPr/>
        </p:nvSpPr>
        <p:spPr bwMode="auto">
          <a:xfrm>
            <a:off x="4709983" y="1782358"/>
            <a:ext cx="576345" cy="520858"/>
          </a:xfrm>
          <a:custGeom>
            <a:avLst/>
            <a:gdLst>
              <a:gd name="T0" fmla="*/ 184 w 200"/>
              <a:gd name="T1" fmla="*/ 0 h 184"/>
              <a:gd name="T2" fmla="*/ 112 w 200"/>
              <a:gd name="T3" fmla="*/ 0 h 184"/>
              <a:gd name="T4" fmla="*/ 100 w 200"/>
              <a:gd name="T5" fmla="*/ 6 h 184"/>
              <a:gd name="T6" fmla="*/ 88 w 200"/>
              <a:gd name="T7" fmla="*/ 0 h 184"/>
              <a:gd name="T8" fmla="*/ 16 w 200"/>
              <a:gd name="T9" fmla="*/ 0 h 184"/>
              <a:gd name="T10" fmla="*/ 0 w 200"/>
              <a:gd name="T11" fmla="*/ 16 h 184"/>
              <a:gd name="T12" fmla="*/ 0 w 200"/>
              <a:gd name="T13" fmla="*/ 152 h 184"/>
              <a:gd name="T14" fmla="*/ 16 w 200"/>
              <a:gd name="T15" fmla="*/ 168 h 184"/>
              <a:gd name="T16" fmla="*/ 88 w 200"/>
              <a:gd name="T17" fmla="*/ 168 h 184"/>
              <a:gd name="T18" fmla="*/ 89 w 200"/>
              <a:gd name="T19" fmla="*/ 168 h 184"/>
              <a:gd name="T20" fmla="*/ 96 w 200"/>
              <a:gd name="T21" fmla="*/ 176 h 184"/>
              <a:gd name="T22" fmla="*/ 96 w 200"/>
              <a:gd name="T23" fmla="*/ 184 h 184"/>
              <a:gd name="T24" fmla="*/ 104 w 200"/>
              <a:gd name="T25" fmla="*/ 184 h 184"/>
              <a:gd name="T26" fmla="*/ 104 w 200"/>
              <a:gd name="T27" fmla="*/ 180 h 184"/>
              <a:gd name="T28" fmla="*/ 105 w 200"/>
              <a:gd name="T29" fmla="*/ 180 h 184"/>
              <a:gd name="T30" fmla="*/ 105 w 200"/>
              <a:gd name="T31" fmla="*/ 176 h 184"/>
              <a:gd name="T32" fmla="*/ 112 w 200"/>
              <a:gd name="T33" fmla="*/ 168 h 184"/>
              <a:gd name="T34" fmla="*/ 112 w 200"/>
              <a:gd name="T35" fmla="*/ 168 h 184"/>
              <a:gd name="T36" fmla="*/ 184 w 200"/>
              <a:gd name="T37" fmla="*/ 168 h 184"/>
              <a:gd name="T38" fmla="*/ 200 w 200"/>
              <a:gd name="T39" fmla="*/ 152 h 184"/>
              <a:gd name="T40" fmla="*/ 200 w 200"/>
              <a:gd name="T41" fmla="*/ 16 h 184"/>
              <a:gd name="T42" fmla="*/ 184 w 200"/>
              <a:gd name="T43" fmla="*/ 0 h 184"/>
              <a:gd name="T44" fmla="*/ 8 w 200"/>
              <a:gd name="T45" fmla="*/ 152 h 184"/>
              <a:gd name="T46" fmla="*/ 8 w 200"/>
              <a:gd name="T47" fmla="*/ 16 h 184"/>
              <a:gd name="T48" fmla="*/ 16 w 200"/>
              <a:gd name="T49" fmla="*/ 8 h 184"/>
              <a:gd name="T50" fmla="*/ 88 w 200"/>
              <a:gd name="T51" fmla="*/ 8 h 184"/>
              <a:gd name="T52" fmla="*/ 96 w 200"/>
              <a:gd name="T53" fmla="*/ 16 h 184"/>
              <a:gd name="T54" fmla="*/ 96 w 200"/>
              <a:gd name="T55" fmla="*/ 152 h 184"/>
              <a:gd name="T56" fmla="*/ 88 w 200"/>
              <a:gd name="T57" fmla="*/ 160 h 184"/>
              <a:gd name="T58" fmla="*/ 16 w 200"/>
              <a:gd name="T59" fmla="*/ 160 h 184"/>
              <a:gd name="T60" fmla="*/ 8 w 200"/>
              <a:gd name="T61" fmla="*/ 152 h 184"/>
              <a:gd name="T62" fmla="*/ 192 w 200"/>
              <a:gd name="T63" fmla="*/ 152 h 184"/>
              <a:gd name="T64" fmla="*/ 184 w 200"/>
              <a:gd name="T65" fmla="*/ 160 h 184"/>
              <a:gd name="T66" fmla="*/ 112 w 200"/>
              <a:gd name="T67" fmla="*/ 160 h 184"/>
              <a:gd name="T68" fmla="*/ 104 w 200"/>
              <a:gd name="T69" fmla="*/ 152 h 184"/>
              <a:gd name="T70" fmla="*/ 104 w 200"/>
              <a:gd name="T71" fmla="*/ 149 h 184"/>
              <a:gd name="T72" fmla="*/ 104 w 200"/>
              <a:gd name="T73" fmla="*/ 16 h 184"/>
              <a:gd name="T74" fmla="*/ 112 w 200"/>
              <a:gd name="T75" fmla="*/ 8 h 184"/>
              <a:gd name="T76" fmla="*/ 184 w 200"/>
              <a:gd name="T77" fmla="*/ 8 h 184"/>
              <a:gd name="T78" fmla="*/ 192 w 200"/>
              <a:gd name="T79" fmla="*/ 16 h 184"/>
              <a:gd name="T80" fmla="*/ 192 w 200"/>
              <a:gd name="T81" fmla="*/ 15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0" h="184">
                <a:moveTo>
                  <a:pt x="184" y="0"/>
                </a:moveTo>
                <a:cubicBezTo>
                  <a:pt x="112" y="0"/>
                  <a:pt x="112" y="0"/>
                  <a:pt x="112" y="0"/>
                </a:cubicBezTo>
                <a:cubicBezTo>
                  <a:pt x="108" y="0"/>
                  <a:pt x="103" y="3"/>
                  <a:pt x="100" y="6"/>
                </a:cubicBezTo>
                <a:cubicBezTo>
                  <a:pt x="98" y="3"/>
                  <a:pt x="93" y="0"/>
                  <a:pt x="88" y="0"/>
                </a:cubicBezTo>
                <a:cubicBezTo>
                  <a:pt x="16" y="0"/>
                  <a:pt x="16" y="0"/>
                  <a:pt x="16" y="0"/>
                </a:cubicBezTo>
                <a:cubicBezTo>
                  <a:pt x="8" y="0"/>
                  <a:pt x="0" y="8"/>
                  <a:pt x="0" y="16"/>
                </a:cubicBezTo>
                <a:cubicBezTo>
                  <a:pt x="0" y="152"/>
                  <a:pt x="0" y="152"/>
                  <a:pt x="0" y="152"/>
                </a:cubicBezTo>
                <a:cubicBezTo>
                  <a:pt x="0" y="161"/>
                  <a:pt x="8" y="168"/>
                  <a:pt x="16" y="168"/>
                </a:cubicBezTo>
                <a:cubicBezTo>
                  <a:pt x="88" y="168"/>
                  <a:pt x="88" y="168"/>
                  <a:pt x="88" y="168"/>
                </a:cubicBezTo>
                <a:cubicBezTo>
                  <a:pt x="89" y="168"/>
                  <a:pt x="89" y="168"/>
                  <a:pt x="89" y="168"/>
                </a:cubicBezTo>
                <a:cubicBezTo>
                  <a:pt x="93" y="168"/>
                  <a:pt x="96" y="172"/>
                  <a:pt x="96" y="176"/>
                </a:cubicBezTo>
                <a:cubicBezTo>
                  <a:pt x="96" y="184"/>
                  <a:pt x="96" y="184"/>
                  <a:pt x="96" y="184"/>
                </a:cubicBezTo>
                <a:cubicBezTo>
                  <a:pt x="104" y="184"/>
                  <a:pt x="104" y="184"/>
                  <a:pt x="104" y="184"/>
                </a:cubicBezTo>
                <a:cubicBezTo>
                  <a:pt x="104" y="180"/>
                  <a:pt x="104" y="180"/>
                  <a:pt x="104" y="180"/>
                </a:cubicBezTo>
                <a:cubicBezTo>
                  <a:pt x="105" y="180"/>
                  <a:pt x="105" y="180"/>
                  <a:pt x="105" y="180"/>
                </a:cubicBezTo>
                <a:cubicBezTo>
                  <a:pt x="105" y="176"/>
                  <a:pt x="105" y="176"/>
                  <a:pt x="105" y="176"/>
                </a:cubicBezTo>
                <a:cubicBezTo>
                  <a:pt x="105" y="172"/>
                  <a:pt x="108" y="169"/>
                  <a:pt x="112" y="168"/>
                </a:cubicBezTo>
                <a:cubicBezTo>
                  <a:pt x="112" y="168"/>
                  <a:pt x="112" y="168"/>
                  <a:pt x="112" y="168"/>
                </a:cubicBezTo>
                <a:cubicBezTo>
                  <a:pt x="184" y="168"/>
                  <a:pt x="184" y="168"/>
                  <a:pt x="184" y="168"/>
                </a:cubicBezTo>
                <a:cubicBezTo>
                  <a:pt x="193" y="168"/>
                  <a:pt x="200" y="161"/>
                  <a:pt x="200" y="152"/>
                </a:cubicBezTo>
                <a:cubicBezTo>
                  <a:pt x="200" y="16"/>
                  <a:pt x="200" y="16"/>
                  <a:pt x="200" y="16"/>
                </a:cubicBezTo>
                <a:cubicBezTo>
                  <a:pt x="200" y="8"/>
                  <a:pt x="193" y="0"/>
                  <a:pt x="184" y="0"/>
                </a:cubicBezTo>
                <a:close/>
                <a:moveTo>
                  <a:pt x="8" y="152"/>
                </a:moveTo>
                <a:cubicBezTo>
                  <a:pt x="8" y="16"/>
                  <a:pt x="8" y="16"/>
                  <a:pt x="8" y="16"/>
                </a:cubicBezTo>
                <a:cubicBezTo>
                  <a:pt x="8" y="12"/>
                  <a:pt x="12" y="8"/>
                  <a:pt x="16" y="8"/>
                </a:cubicBezTo>
                <a:cubicBezTo>
                  <a:pt x="88" y="8"/>
                  <a:pt x="88" y="8"/>
                  <a:pt x="88" y="8"/>
                </a:cubicBezTo>
                <a:cubicBezTo>
                  <a:pt x="93" y="8"/>
                  <a:pt x="96" y="12"/>
                  <a:pt x="96" y="16"/>
                </a:cubicBezTo>
                <a:cubicBezTo>
                  <a:pt x="96" y="152"/>
                  <a:pt x="96" y="152"/>
                  <a:pt x="96" y="152"/>
                </a:cubicBezTo>
                <a:cubicBezTo>
                  <a:pt x="96" y="157"/>
                  <a:pt x="93" y="160"/>
                  <a:pt x="88" y="160"/>
                </a:cubicBezTo>
                <a:cubicBezTo>
                  <a:pt x="16" y="160"/>
                  <a:pt x="16" y="160"/>
                  <a:pt x="16" y="160"/>
                </a:cubicBezTo>
                <a:cubicBezTo>
                  <a:pt x="12" y="160"/>
                  <a:pt x="8" y="157"/>
                  <a:pt x="8" y="152"/>
                </a:cubicBezTo>
                <a:close/>
                <a:moveTo>
                  <a:pt x="192" y="152"/>
                </a:moveTo>
                <a:cubicBezTo>
                  <a:pt x="192" y="157"/>
                  <a:pt x="189" y="160"/>
                  <a:pt x="184" y="160"/>
                </a:cubicBezTo>
                <a:cubicBezTo>
                  <a:pt x="112" y="160"/>
                  <a:pt x="112" y="160"/>
                  <a:pt x="112" y="160"/>
                </a:cubicBezTo>
                <a:cubicBezTo>
                  <a:pt x="108" y="160"/>
                  <a:pt x="104" y="157"/>
                  <a:pt x="104" y="152"/>
                </a:cubicBezTo>
                <a:cubicBezTo>
                  <a:pt x="104" y="149"/>
                  <a:pt x="104" y="149"/>
                  <a:pt x="104" y="149"/>
                </a:cubicBezTo>
                <a:cubicBezTo>
                  <a:pt x="104" y="16"/>
                  <a:pt x="104" y="16"/>
                  <a:pt x="104" y="16"/>
                </a:cubicBezTo>
                <a:cubicBezTo>
                  <a:pt x="104" y="12"/>
                  <a:pt x="108" y="8"/>
                  <a:pt x="112" y="8"/>
                </a:cubicBezTo>
                <a:cubicBezTo>
                  <a:pt x="184" y="8"/>
                  <a:pt x="184" y="8"/>
                  <a:pt x="184" y="8"/>
                </a:cubicBezTo>
                <a:cubicBezTo>
                  <a:pt x="189" y="8"/>
                  <a:pt x="192" y="12"/>
                  <a:pt x="192" y="16"/>
                </a:cubicBezTo>
                <a:lnTo>
                  <a:pt x="192" y="152"/>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28" name="组合 27"/>
          <p:cNvGrpSpPr/>
          <p:nvPr/>
        </p:nvGrpSpPr>
        <p:grpSpPr>
          <a:xfrm>
            <a:off x="1388477" y="1714778"/>
            <a:ext cx="578031" cy="565362"/>
            <a:chOff x="3380126" y="4286250"/>
            <a:chExt cx="544513" cy="544513"/>
          </a:xfrm>
        </p:grpSpPr>
        <p:sp>
          <p:nvSpPr>
            <p:cNvPr id="23" name="Freeform 17"/>
            <p:cNvSpPr>
              <a:spLocks noEditPoints="1"/>
            </p:cNvSpPr>
            <p:nvPr/>
          </p:nvSpPr>
          <p:spPr bwMode="auto">
            <a:xfrm>
              <a:off x="3413464" y="4351338"/>
              <a:ext cx="477838" cy="479425"/>
            </a:xfrm>
            <a:custGeom>
              <a:avLst/>
              <a:gdLst>
                <a:gd name="T0" fmla="*/ 88 w 176"/>
                <a:gd name="T1" fmla="*/ 0 h 176"/>
                <a:gd name="T2" fmla="*/ 0 w 176"/>
                <a:gd name="T3" fmla="*/ 88 h 176"/>
                <a:gd name="T4" fmla="*/ 22 w 176"/>
                <a:gd name="T5" fmla="*/ 145 h 176"/>
                <a:gd name="T6" fmla="*/ 1 w 176"/>
                <a:gd name="T7" fmla="*/ 171 h 176"/>
                <a:gd name="T8" fmla="*/ 8 w 176"/>
                <a:gd name="T9" fmla="*/ 176 h 176"/>
                <a:gd name="T10" fmla="*/ 27 w 176"/>
                <a:gd name="T11" fmla="*/ 151 h 176"/>
                <a:gd name="T12" fmla="*/ 88 w 176"/>
                <a:gd name="T13" fmla="*/ 176 h 176"/>
                <a:gd name="T14" fmla="*/ 149 w 176"/>
                <a:gd name="T15" fmla="*/ 151 h 176"/>
                <a:gd name="T16" fmla="*/ 169 w 176"/>
                <a:gd name="T17" fmla="*/ 176 h 176"/>
                <a:gd name="T18" fmla="*/ 176 w 176"/>
                <a:gd name="T19" fmla="*/ 171 h 176"/>
                <a:gd name="T20" fmla="*/ 155 w 176"/>
                <a:gd name="T21" fmla="*/ 145 h 176"/>
                <a:gd name="T22" fmla="*/ 176 w 176"/>
                <a:gd name="T23" fmla="*/ 88 h 176"/>
                <a:gd name="T24" fmla="*/ 88 w 176"/>
                <a:gd name="T25" fmla="*/ 0 h 176"/>
                <a:gd name="T26" fmla="*/ 88 w 176"/>
                <a:gd name="T27" fmla="*/ 168 h 176"/>
                <a:gd name="T28" fmla="*/ 8 w 176"/>
                <a:gd name="T29" fmla="*/ 88 h 176"/>
                <a:gd name="T30" fmla="*/ 88 w 176"/>
                <a:gd name="T31" fmla="*/ 8 h 176"/>
                <a:gd name="T32" fmla="*/ 168 w 176"/>
                <a:gd name="T33" fmla="*/ 88 h 176"/>
                <a:gd name="T34" fmla="*/ 88 w 176"/>
                <a:gd name="T35" fmla="*/ 16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76">
                  <a:moveTo>
                    <a:pt x="88" y="0"/>
                  </a:moveTo>
                  <a:cubicBezTo>
                    <a:pt x="40" y="0"/>
                    <a:pt x="0" y="39"/>
                    <a:pt x="0" y="88"/>
                  </a:cubicBezTo>
                  <a:cubicBezTo>
                    <a:pt x="0" y="110"/>
                    <a:pt x="9" y="130"/>
                    <a:pt x="22" y="145"/>
                  </a:cubicBezTo>
                  <a:cubicBezTo>
                    <a:pt x="1" y="171"/>
                    <a:pt x="1" y="171"/>
                    <a:pt x="1" y="171"/>
                  </a:cubicBezTo>
                  <a:cubicBezTo>
                    <a:pt x="8" y="176"/>
                    <a:pt x="8" y="176"/>
                    <a:pt x="8" y="176"/>
                  </a:cubicBezTo>
                  <a:cubicBezTo>
                    <a:pt x="27" y="151"/>
                    <a:pt x="27" y="151"/>
                    <a:pt x="27" y="151"/>
                  </a:cubicBezTo>
                  <a:cubicBezTo>
                    <a:pt x="43" y="166"/>
                    <a:pt x="65" y="176"/>
                    <a:pt x="88" y="176"/>
                  </a:cubicBezTo>
                  <a:cubicBezTo>
                    <a:pt x="112" y="176"/>
                    <a:pt x="134" y="166"/>
                    <a:pt x="149" y="151"/>
                  </a:cubicBezTo>
                  <a:cubicBezTo>
                    <a:pt x="169" y="176"/>
                    <a:pt x="169" y="176"/>
                    <a:pt x="169" y="176"/>
                  </a:cubicBezTo>
                  <a:cubicBezTo>
                    <a:pt x="176" y="171"/>
                    <a:pt x="176" y="171"/>
                    <a:pt x="176" y="171"/>
                  </a:cubicBezTo>
                  <a:cubicBezTo>
                    <a:pt x="155" y="145"/>
                    <a:pt x="155" y="145"/>
                    <a:pt x="155" y="145"/>
                  </a:cubicBezTo>
                  <a:cubicBezTo>
                    <a:pt x="168" y="130"/>
                    <a:pt x="176" y="110"/>
                    <a:pt x="176" y="88"/>
                  </a:cubicBezTo>
                  <a:cubicBezTo>
                    <a:pt x="176" y="39"/>
                    <a:pt x="137" y="0"/>
                    <a:pt x="88" y="0"/>
                  </a:cubicBezTo>
                  <a:close/>
                  <a:moveTo>
                    <a:pt x="88" y="168"/>
                  </a:moveTo>
                  <a:cubicBezTo>
                    <a:pt x="44" y="168"/>
                    <a:pt x="8" y="132"/>
                    <a:pt x="8" y="88"/>
                  </a:cubicBezTo>
                  <a:cubicBezTo>
                    <a:pt x="8" y="44"/>
                    <a:pt x="44" y="8"/>
                    <a:pt x="88" y="8"/>
                  </a:cubicBezTo>
                  <a:cubicBezTo>
                    <a:pt x="132" y="8"/>
                    <a:pt x="168" y="44"/>
                    <a:pt x="168" y="88"/>
                  </a:cubicBezTo>
                  <a:cubicBezTo>
                    <a:pt x="168" y="132"/>
                    <a:pt x="132" y="168"/>
                    <a:pt x="88" y="16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8"/>
            <p:cNvSpPr>
              <a:spLocks noEditPoints="1"/>
            </p:cNvSpPr>
            <p:nvPr/>
          </p:nvSpPr>
          <p:spPr bwMode="auto">
            <a:xfrm>
              <a:off x="3380126" y="4286250"/>
              <a:ext cx="174625" cy="174625"/>
            </a:xfrm>
            <a:custGeom>
              <a:avLst/>
              <a:gdLst>
                <a:gd name="T0" fmla="*/ 64 w 64"/>
                <a:gd name="T1" fmla="*/ 0 h 64"/>
                <a:gd name="T2" fmla="*/ 40 w 64"/>
                <a:gd name="T3" fmla="*/ 0 h 64"/>
                <a:gd name="T4" fmla="*/ 0 w 64"/>
                <a:gd name="T5" fmla="*/ 40 h 64"/>
                <a:gd name="T6" fmla="*/ 0 w 64"/>
                <a:gd name="T7" fmla="*/ 64 h 64"/>
                <a:gd name="T8" fmla="*/ 12 w 64"/>
                <a:gd name="T9" fmla="*/ 64 h 64"/>
                <a:gd name="T10" fmla="*/ 64 w 64"/>
                <a:gd name="T11" fmla="*/ 11 h 64"/>
                <a:gd name="T12" fmla="*/ 64 w 64"/>
                <a:gd name="T13" fmla="*/ 0 h 64"/>
                <a:gd name="T14" fmla="*/ 56 w 64"/>
                <a:gd name="T15" fmla="*/ 8 h 64"/>
                <a:gd name="T16" fmla="*/ 8 w 64"/>
                <a:gd name="T17" fmla="*/ 56 h 64"/>
                <a:gd name="T18" fmla="*/ 8 w 64"/>
                <a:gd name="T19" fmla="*/ 56 h 64"/>
                <a:gd name="T20" fmla="*/ 8 w 64"/>
                <a:gd name="T21" fmla="*/ 40 h 64"/>
                <a:gd name="T22" fmla="*/ 40 w 64"/>
                <a:gd name="T23" fmla="*/ 8 h 64"/>
                <a:gd name="T24" fmla="*/ 56 w 64"/>
                <a:gd name="T25" fmla="*/ 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 h="64">
                  <a:moveTo>
                    <a:pt x="64" y="0"/>
                  </a:moveTo>
                  <a:cubicBezTo>
                    <a:pt x="40" y="0"/>
                    <a:pt x="40" y="0"/>
                    <a:pt x="40" y="0"/>
                  </a:cubicBezTo>
                  <a:cubicBezTo>
                    <a:pt x="18" y="0"/>
                    <a:pt x="0" y="18"/>
                    <a:pt x="0" y="40"/>
                  </a:cubicBezTo>
                  <a:cubicBezTo>
                    <a:pt x="0" y="64"/>
                    <a:pt x="0" y="64"/>
                    <a:pt x="0" y="64"/>
                  </a:cubicBezTo>
                  <a:cubicBezTo>
                    <a:pt x="12" y="64"/>
                    <a:pt x="12" y="64"/>
                    <a:pt x="12" y="64"/>
                  </a:cubicBezTo>
                  <a:cubicBezTo>
                    <a:pt x="64" y="11"/>
                    <a:pt x="64" y="11"/>
                    <a:pt x="64" y="11"/>
                  </a:cubicBezTo>
                  <a:lnTo>
                    <a:pt x="64" y="0"/>
                  </a:lnTo>
                  <a:close/>
                  <a:moveTo>
                    <a:pt x="56" y="8"/>
                  </a:moveTo>
                  <a:cubicBezTo>
                    <a:pt x="8" y="56"/>
                    <a:pt x="8" y="56"/>
                    <a:pt x="8" y="56"/>
                  </a:cubicBezTo>
                  <a:cubicBezTo>
                    <a:pt x="8" y="56"/>
                    <a:pt x="8" y="56"/>
                    <a:pt x="8" y="56"/>
                  </a:cubicBezTo>
                  <a:cubicBezTo>
                    <a:pt x="8" y="40"/>
                    <a:pt x="8" y="40"/>
                    <a:pt x="8" y="40"/>
                  </a:cubicBezTo>
                  <a:cubicBezTo>
                    <a:pt x="8" y="22"/>
                    <a:pt x="23" y="8"/>
                    <a:pt x="40" y="8"/>
                  </a:cubicBezTo>
                  <a:cubicBezTo>
                    <a:pt x="56" y="8"/>
                    <a:pt x="56" y="8"/>
                    <a:pt x="56"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9"/>
            <p:cNvSpPr>
              <a:spLocks noEditPoints="1"/>
            </p:cNvSpPr>
            <p:nvPr/>
          </p:nvSpPr>
          <p:spPr bwMode="auto">
            <a:xfrm>
              <a:off x="3753189" y="4286250"/>
              <a:ext cx="171450" cy="174625"/>
            </a:xfrm>
            <a:custGeom>
              <a:avLst/>
              <a:gdLst>
                <a:gd name="T0" fmla="*/ 23 w 63"/>
                <a:gd name="T1" fmla="*/ 0 h 64"/>
                <a:gd name="T2" fmla="*/ 0 w 63"/>
                <a:gd name="T3" fmla="*/ 0 h 64"/>
                <a:gd name="T4" fmla="*/ 0 w 63"/>
                <a:gd name="T5" fmla="*/ 11 h 64"/>
                <a:gd name="T6" fmla="*/ 52 w 63"/>
                <a:gd name="T7" fmla="*/ 64 h 64"/>
                <a:gd name="T8" fmla="*/ 63 w 63"/>
                <a:gd name="T9" fmla="*/ 64 h 64"/>
                <a:gd name="T10" fmla="*/ 63 w 63"/>
                <a:gd name="T11" fmla="*/ 40 h 64"/>
                <a:gd name="T12" fmla="*/ 23 w 63"/>
                <a:gd name="T13" fmla="*/ 0 h 64"/>
                <a:gd name="T14" fmla="*/ 55 w 63"/>
                <a:gd name="T15" fmla="*/ 56 h 64"/>
                <a:gd name="T16" fmla="*/ 55 w 63"/>
                <a:gd name="T17" fmla="*/ 56 h 64"/>
                <a:gd name="T18" fmla="*/ 8 w 63"/>
                <a:gd name="T19" fmla="*/ 8 h 64"/>
                <a:gd name="T20" fmla="*/ 8 w 63"/>
                <a:gd name="T21" fmla="*/ 8 h 64"/>
                <a:gd name="T22" fmla="*/ 23 w 63"/>
                <a:gd name="T23" fmla="*/ 8 h 64"/>
                <a:gd name="T24" fmla="*/ 55 w 63"/>
                <a:gd name="T25" fmla="*/ 40 h 64"/>
                <a:gd name="T26" fmla="*/ 55 w 63"/>
                <a:gd name="T27"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64">
                  <a:moveTo>
                    <a:pt x="23" y="0"/>
                  </a:moveTo>
                  <a:cubicBezTo>
                    <a:pt x="0" y="0"/>
                    <a:pt x="0" y="0"/>
                    <a:pt x="0" y="0"/>
                  </a:cubicBezTo>
                  <a:cubicBezTo>
                    <a:pt x="0" y="11"/>
                    <a:pt x="0" y="11"/>
                    <a:pt x="0" y="11"/>
                  </a:cubicBezTo>
                  <a:cubicBezTo>
                    <a:pt x="52" y="64"/>
                    <a:pt x="52" y="64"/>
                    <a:pt x="52" y="64"/>
                  </a:cubicBezTo>
                  <a:cubicBezTo>
                    <a:pt x="63" y="64"/>
                    <a:pt x="63" y="64"/>
                    <a:pt x="63" y="64"/>
                  </a:cubicBezTo>
                  <a:cubicBezTo>
                    <a:pt x="63" y="40"/>
                    <a:pt x="63" y="40"/>
                    <a:pt x="63" y="40"/>
                  </a:cubicBezTo>
                  <a:cubicBezTo>
                    <a:pt x="63" y="18"/>
                    <a:pt x="46" y="0"/>
                    <a:pt x="23" y="0"/>
                  </a:cubicBezTo>
                  <a:close/>
                  <a:moveTo>
                    <a:pt x="55" y="56"/>
                  </a:moveTo>
                  <a:cubicBezTo>
                    <a:pt x="55" y="56"/>
                    <a:pt x="55" y="56"/>
                    <a:pt x="55" y="56"/>
                  </a:cubicBezTo>
                  <a:cubicBezTo>
                    <a:pt x="8" y="8"/>
                    <a:pt x="8" y="8"/>
                    <a:pt x="8" y="8"/>
                  </a:cubicBezTo>
                  <a:cubicBezTo>
                    <a:pt x="8" y="8"/>
                    <a:pt x="8" y="8"/>
                    <a:pt x="8" y="8"/>
                  </a:cubicBezTo>
                  <a:cubicBezTo>
                    <a:pt x="23" y="8"/>
                    <a:pt x="23" y="8"/>
                    <a:pt x="23" y="8"/>
                  </a:cubicBezTo>
                  <a:cubicBezTo>
                    <a:pt x="41" y="8"/>
                    <a:pt x="55" y="22"/>
                    <a:pt x="55" y="40"/>
                  </a:cubicBezTo>
                  <a:lnTo>
                    <a:pt x="55" y="5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0"/>
            <p:cNvSpPr/>
            <p:nvPr/>
          </p:nvSpPr>
          <p:spPr bwMode="auto">
            <a:xfrm>
              <a:off x="3521414" y="4416425"/>
              <a:ext cx="141288" cy="196850"/>
            </a:xfrm>
            <a:custGeom>
              <a:avLst/>
              <a:gdLst>
                <a:gd name="T0" fmla="*/ 76 w 89"/>
                <a:gd name="T1" fmla="*/ 110 h 124"/>
                <a:gd name="T2" fmla="*/ 0 w 89"/>
                <a:gd name="T3" fmla="*/ 110 h 124"/>
                <a:gd name="T4" fmla="*/ 0 w 89"/>
                <a:gd name="T5" fmla="*/ 124 h 124"/>
                <a:gd name="T6" fmla="*/ 89 w 89"/>
                <a:gd name="T7" fmla="*/ 124 h 124"/>
                <a:gd name="T8" fmla="*/ 89 w 89"/>
                <a:gd name="T9" fmla="*/ 0 h 124"/>
                <a:gd name="T10" fmla="*/ 76 w 89"/>
                <a:gd name="T11" fmla="*/ 0 h 124"/>
                <a:gd name="T12" fmla="*/ 76 w 89"/>
                <a:gd name="T13" fmla="*/ 110 h 124"/>
              </a:gdLst>
              <a:ahLst/>
              <a:cxnLst>
                <a:cxn ang="0">
                  <a:pos x="T0" y="T1"/>
                </a:cxn>
                <a:cxn ang="0">
                  <a:pos x="T2" y="T3"/>
                </a:cxn>
                <a:cxn ang="0">
                  <a:pos x="T4" y="T5"/>
                </a:cxn>
                <a:cxn ang="0">
                  <a:pos x="T6" y="T7"/>
                </a:cxn>
                <a:cxn ang="0">
                  <a:pos x="T8" y="T9"/>
                </a:cxn>
                <a:cxn ang="0">
                  <a:pos x="T10" y="T11"/>
                </a:cxn>
                <a:cxn ang="0">
                  <a:pos x="T12" y="T13"/>
                </a:cxn>
              </a:cxnLst>
              <a:rect l="0" t="0" r="r" b="b"/>
              <a:pathLst>
                <a:path w="89" h="124">
                  <a:moveTo>
                    <a:pt x="76" y="110"/>
                  </a:moveTo>
                  <a:lnTo>
                    <a:pt x="0" y="110"/>
                  </a:lnTo>
                  <a:lnTo>
                    <a:pt x="0" y="124"/>
                  </a:lnTo>
                  <a:lnTo>
                    <a:pt x="89" y="124"/>
                  </a:lnTo>
                  <a:lnTo>
                    <a:pt x="89" y="0"/>
                  </a:lnTo>
                  <a:lnTo>
                    <a:pt x="76" y="0"/>
                  </a:lnTo>
                  <a:lnTo>
                    <a:pt x="76" y="11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27" name="Freeform 56"/>
          <p:cNvSpPr>
            <a:spLocks noEditPoints="1"/>
          </p:cNvSpPr>
          <p:nvPr/>
        </p:nvSpPr>
        <p:spPr bwMode="auto">
          <a:xfrm>
            <a:off x="8272730" y="1734765"/>
            <a:ext cx="532529" cy="520858"/>
          </a:xfrm>
          <a:custGeom>
            <a:avLst/>
            <a:gdLst>
              <a:gd name="T0" fmla="*/ 181 w 185"/>
              <a:gd name="T1" fmla="*/ 3 h 184"/>
              <a:gd name="T2" fmla="*/ 172 w 185"/>
              <a:gd name="T3" fmla="*/ 0 h 184"/>
              <a:gd name="T4" fmla="*/ 164 w 185"/>
              <a:gd name="T5" fmla="*/ 3 h 184"/>
              <a:gd name="T6" fmla="*/ 128 w 185"/>
              <a:gd name="T7" fmla="*/ 38 h 184"/>
              <a:gd name="T8" fmla="*/ 128 w 185"/>
              <a:gd name="T9" fmla="*/ 32 h 184"/>
              <a:gd name="T10" fmla="*/ 0 w 185"/>
              <a:gd name="T11" fmla="*/ 32 h 184"/>
              <a:gd name="T12" fmla="*/ 0 w 185"/>
              <a:gd name="T13" fmla="*/ 184 h 184"/>
              <a:gd name="T14" fmla="*/ 152 w 185"/>
              <a:gd name="T15" fmla="*/ 184 h 184"/>
              <a:gd name="T16" fmla="*/ 152 w 185"/>
              <a:gd name="T17" fmla="*/ 56 h 184"/>
              <a:gd name="T18" fmla="*/ 145 w 185"/>
              <a:gd name="T19" fmla="*/ 56 h 184"/>
              <a:gd name="T20" fmla="*/ 181 w 185"/>
              <a:gd name="T21" fmla="*/ 20 h 184"/>
              <a:gd name="T22" fmla="*/ 181 w 185"/>
              <a:gd name="T23" fmla="*/ 3 h 184"/>
              <a:gd name="T24" fmla="*/ 144 w 185"/>
              <a:gd name="T25" fmla="*/ 176 h 184"/>
              <a:gd name="T26" fmla="*/ 8 w 185"/>
              <a:gd name="T27" fmla="*/ 176 h 184"/>
              <a:gd name="T28" fmla="*/ 8 w 185"/>
              <a:gd name="T29" fmla="*/ 40 h 184"/>
              <a:gd name="T30" fmla="*/ 127 w 185"/>
              <a:gd name="T31" fmla="*/ 40 h 184"/>
              <a:gd name="T32" fmla="*/ 64 w 185"/>
              <a:gd name="T33" fmla="*/ 102 h 184"/>
              <a:gd name="T34" fmla="*/ 64 w 185"/>
              <a:gd name="T35" fmla="*/ 120 h 184"/>
              <a:gd name="T36" fmla="*/ 81 w 185"/>
              <a:gd name="T37" fmla="*/ 120 h 184"/>
              <a:gd name="T38" fmla="*/ 144 w 185"/>
              <a:gd name="T39" fmla="*/ 56 h 184"/>
              <a:gd name="T40" fmla="*/ 144 w 185"/>
              <a:gd name="T41" fmla="*/ 176 h 184"/>
              <a:gd name="T42" fmla="*/ 175 w 185"/>
              <a:gd name="T43" fmla="*/ 14 h 184"/>
              <a:gd name="T44" fmla="*/ 78 w 185"/>
              <a:gd name="T45" fmla="*/ 112 h 184"/>
              <a:gd name="T46" fmla="*/ 72 w 185"/>
              <a:gd name="T47" fmla="*/ 112 h 184"/>
              <a:gd name="T48" fmla="*/ 72 w 185"/>
              <a:gd name="T49" fmla="*/ 106 h 184"/>
              <a:gd name="T50" fmla="*/ 169 w 185"/>
              <a:gd name="T51" fmla="*/ 9 h 184"/>
              <a:gd name="T52" fmla="*/ 172 w 185"/>
              <a:gd name="T53" fmla="*/ 8 h 184"/>
              <a:gd name="T54" fmla="*/ 175 w 185"/>
              <a:gd name="T55" fmla="*/ 9 h 184"/>
              <a:gd name="T56" fmla="*/ 176 w 185"/>
              <a:gd name="T57" fmla="*/ 12 h 184"/>
              <a:gd name="T58" fmla="*/ 175 w 185"/>
              <a:gd name="T59"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 h="184">
                <a:moveTo>
                  <a:pt x="181" y="3"/>
                </a:moveTo>
                <a:cubicBezTo>
                  <a:pt x="178" y="1"/>
                  <a:pt x="175" y="0"/>
                  <a:pt x="172" y="0"/>
                </a:cubicBezTo>
                <a:cubicBezTo>
                  <a:pt x="169" y="0"/>
                  <a:pt x="166" y="1"/>
                  <a:pt x="164" y="3"/>
                </a:cubicBezTo>
                <a:cubicBezTo>
                  <a:pt x="128" y="38"/>
                  <a:pt x="128" y="38"/>
                  <a:pt x="128" y="38"/>
                </a:cubicBezTo>
                <a:cubicBezTo>
                  <a:pt x="128" y="32"/>
                  <a:pt x="128" y="32"/>
                  <a:pt x="128" y="32"/>
                </a:cubicBezTo>
                <a:cubicBezTo>
                  <a:pt x="0" y="32"/>
                  <a:pt x="0" y="32"/>
                  <a:pt x="0" y="32"/>
                </a:cubicBezTo>
                <a:cubicBezTo>
                  <a:pt x="0" y="184"/>
                  <a:pt x="0" y="184"/>
                  <a:pt x="0" y="184"/>
                </a:cubicBezTo>
                <a:cubicBezTo>
                  <a:pt x="152" y="184"/>
                  <a:pt x="152" y="184"/>
                  <a:pt x="152" y="184"/>
                </a:cubicBezTo>
                <a:cubicBezTo>
                  <a:pt x="152" y="56"/>
                  <a:pt x="152" y="56"/>
                  <a:pt x="152" y="56"/>
                </a:cubicBezTo>
                <a:cubicBezTo>
                  <a:pt x="145" y="56"/>
                  <a:pt x="145" y="56"/>
                  <a:pt x="145" y="56"/>
                </a:cubicBezTo>
                <a:cubicBezTo>
                  <a:pt x="181" y="20"/>
                  <a:pt x="181" y="20"/>
                  <a:pt x="181" y="20"/>
                </a:cubicBezTo>
                <a:cubicBezTo>
                  <a:pt x="185" y="15"/>
                  <a:pt x="185" y="8"/>
                  <a:pt x="181" y="3"/>
                </a:cubicBezTo>
                <a:close/>
                <a:moveTo>
                  <a:pt x="144" y="176"/>
                </a:moveTo>
                <a:cubicBezTo>
                  <a:pt x="8" y="176"/>
                  <a:pt x="8" y="176"/>
                  <a:pt x="8" y="176"/>
                </a:cubicBezTo>
                <a:cubicBezTo>
                  <a:pt x="8" y="40"/>
                  <a:pt x="8" y="40"/>
                  <a:pt x="8" y="40"/>
                </a:cubicBezTo>
                <a:cubicBezTo>
                  <a:pt x="127" y="40"/>
                  <a:pt x="127" y="40"/>
                  <a:pt x="127" y="40"/>
                </a:cubicBezTo>
                <a:cubicBezTo>
                  <a:pt x="64" y="102"/>
                  <a:pt x="64" y="102"/>
                  <a:pt x="64" y="102"/>
                </a:cubicBezTo>
                <a:cubicBezTo>
                  <a:pt x="64" y="120"/>
                  <a:pt x="64" y="120"/>
                  <a:pt x="64" y="120"/>
                </a:cubicBezTo>
                <a:cubicBezTo>
                  <a:pt x="81" y="120"/>
                  <a:pt x="81" y="120"/>
                  <a:pt x="81" y="120"/>
                </a:cubicBezTo>
                <a:cubicBezTo>
                  <a:pt x="144" y="56"/>
                  <a:pt x="144" y="56"/>
                  <a:pt x="144" y="56"/>
                </a:cubicBezTo>
                <a:lnTo>
                  <a:pt x="144" y="176"/>
                </a:lnTo>
                <a:close/>
                <a:moveTo>
                  <a:pt x="175" y="14"/>
                </a:moveTo>
                <a:cubicBezTo>
                  <a:pt x="78" y="112"/>
                  <a:pt x="78" y="112"/>
                  <a:pt x="78" y="112"/>
                </a:cubicBezTo>
                <a:cubicBezTo>
                  <a:pt x="72" y="112"/>
                  <a:pt x="72" y="112"/>
                  <a:pt x="72" y="112"/>
                </a:cubicBezTo>
                <a:cubicBezTo>
                  <a:pt x="72" y="106"/>
                  <a:pt x="72" y="106"/>
                  <a:pt x="72" y="106"/>
                </a:cubicBezTo>
                <a:cubicBezTo>
                  <a:pt x="169" y="9"/>
                  <a:pt x="169" y="9"/>
                  <a:pt x="169" y="9"/>
                </a:cubicBezTo>
                <a:cubicBezTo>
                  <a:pt x="170" y="8"/>
                  <a:pt x="172" y="8"/>
                  <a:pt x="172" y="8"/>
                </a:cubicBezTo>
                <a:cubicBezTo>
                  <a:pt x="173" y="8"/>
                  <a:pt x="174" y="8"/>
                  <a:pt x="175" y="9"/>
                </a:cubicBezTo>
                <a:cubicBezTo>
                  <a:pt x="176" y="10"/>
                  <a:pt x="176" y="11"/>
                  <a:pt x="176" y="12"/>
                </a:cubicBezTo>
                <a:cubicBezTo>
                  <a:pt x="176" y="12"/>
                  <a:pt x="176" y="13"/>
                  <a:pt x="175" y="1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半闭框 29"/>
          <p:cNvSpPr/>
          <p:nvPr/>
        </p:nvSpPr>
        <p:spPr>
          <a:xfrm rot="10800000">
            <a:off x="7336594" y="5343735"/>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半闭框 30"/>
          <p:cNvSpPr/>
          <p:nvPr/>
        </p:nvSpPr>
        <p:spPr>
          <a:xfrm rot="10800000">
            <a:off x="10768600" y="5343735"/>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p:cNvSpPr/>
          <p:nvPr/>
        </p:nvSpPr>
        <p:spPr>
          <a:xfrm rot="10800000">
            <a:off x="3962836" y="5328918"/>
            <a:ext cx="322028" cy="329979"/>
          </a:xfrm>
          <a:prstGeom prst="halfFrame">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一个圆顶角，剪去另一个顶角 1"/>
          <p:cNvSpPr/>
          <p:nvPr/>
        </p:nvSpPr>
        <p:spPr>
          <a:xfrm rot="16200000">
            <a:off x="2364381" y="95088"/>
            <a:ext cx="4193559" cy="6967923"/>
          </a:xfrm>
          <a:prstGeom prst="snipRoundRect">
            <a:avLst>
              <a:gd name="adj1" fmla="val 9702"/>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矩形 34"/>
          <p:cNvSpPr/>
          <p:nvPr/>
        </p:nvSpPr>
        <p:spPr>
          <a:xfrm>
            <a:off x="8101971" y="1482273"/>
            <a:ext cx="3246214" cy="420202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1"/>
          </p:nvPr>
        </p:nvSpPr>
        <p:spPr/>
        <p:txBody>
          <a:bodyPr/>
          <a:lstStyle/>
          <a:p>
            <a:r>
              <a:rPr lang="zh-CN" altLang="en-US" dirty="0"/>
              <a:t>纯文字版式</a:t>
            </a:r>
            <a:r>
              <a:rPr lang="zh-CN" altLang="en-US" b="0" dirty="0"/>
              <a:t>（四）</a:t>
            </a:r>
          </a:p>
        </p:txBody>
      </p:sp>
      <p:sp>
        <p:nvSpPr>
          <p:cNvPr id="3" name="灯片编号占位符 2"/>
          <p:cNvSpPr>
            <a:spLocks noGrp="1"/>
          </p:cNvSpPr>
          <p:nvPr>
            <p:ph type="sldNum" sz="quarter" idx="4"/>
          </p:nvPr>
        </p:nvSpPr>
        <p:spPr/>
        <p:txBody>
          <a:bodyPr/>
          <a:lstStyle/>
          <a:p>
            <a:fld id="{548644C6-89F0-466C-949F-E70AD72679A8}" type="slidenum">
              <a:rPr lang="zh-CN" altLang="en-US" smtClean="0"/>
              <a:t>10</a:t>
            </a:fld>
            <a:endParaRPr lang="zh-CN" altLang="en-US"/>
          </a:p>
        </p:txBody>
      </p:sp>
      <p:sp>
        <p:nvSpPr>
          <p:cNvPr id="8" name="Object 403"/>
          <p:cNvSpPr txBox="1"/>
          <p:nvPr/>
        </p:nvSpPr>
        <p:spPr>
          <a:xfrm>
            <a:off x="1292580" y="2594691"/>
            <a:ext cx="2643961" cy="320637"/>
          </a:xfrm>
          <a:prstGeom prst="rect">
            <a:avLst/>
          </a:prstGeom>
        </p:spPr>
        <p:txBody>
          <a:bodyPr vert="horz" rtlCol="0" anchor="ctr" anchorCtr="0">
            <a:noAutofit/>
          </a:bodyPr>
          <a:lstStyle/>
          <a:p>
            <a:pPr algn="l">
              <a:lnSpc>
                <a:spcPct val="96000"/>
              </a:lnSpc>
            </a:pPr>
            <a:r>
              <a:rPr lang="zh-CN" altLang="en-US" sz="2000" b="1" dirty="0">
                <a:solidFill>
                  <a:srgbClr val="FFFFFF"/>
                </a:solidFill>
                <a:latin typeface="+mj-ea"/>
                <a:ea typeface="+mj-ea"/>
              </a:rPr>
              <a:t>在此添加段落要点</a:t>
            </a:r>
            <a:endParaRPr lang="zh-CN" altLang="en-US" sz="1050" b="1" dirty="0">
              <a:latin typeface="+mj-ea"/>
              <a:ea typeface="+mj-ea"/>
            </a:endParaRPr>
          </a:p>
        </p:txBody>
      </p:sp>
      <p:sp>
        <p:nvSpPr>
          <p:cNvPr id="9" name="Object 404"/>
          <p:cNvSpPr txBox="1"/>
          <p:nvPr/>
        </p:nvSpPr>
        <p:spPr>
          <a:xfrm>
            <a:off x="1271478" y="3174242"/>
            <a:ext cx="6341815" cy="815535"/>
          </a:xfrm>
          <a:prstGeom prst="rect">
            <a:avLst/>
          </a:prstGeom>
        </p:spPr>
        <p:txBody>
          <a:bodyPr vert="horz" rtlCol="0" anchor="t" anchorCtr="0">
            <a:noAutofit/>
          </a:bodyPr>
          <a:lstStyle/>
          <a:p>
            <a:pPr algn="just">
              <a:lnSpc>
                <a:spcPct val="117000"/>
              </a:lnSpc>
            </a:pPr>
            <a:r>
              <a:rPr lang="zh-CN" altLang="en-US" sz="1400" b="0" i="0" dirty="0">
                <a:solidFill>
                  <a:srgbClr val="FFFFFF"/>
                </a:solidFill>
                <a:latin typeface="+mj-ea"/>
                <a:ea typeface="+mj-ea"/>
              </a:rPr>
              <a:t>在此添加您需要的文字</a:t>
            </a:r>
            <a:r>
              <a:rPr lang="zh-CN" altLang="en-US" sz="1400" dirty="0">
                <a:solidFill>
                  <a:srgbClr val="FFFFFF"/>
                </a:solidFill>
                <a:latin typeface="+mj-ea"/>
                <a:ea typeface="+mj-ea"/>
              </a:rPr>
              <a:t>。在此添加您需要的文字。</a:t>
            </a:r>
            <a:r>
              <a:rPr lang="zh-CN" altLang="en-US" sz="1400" dirty="0">
                <a:solidFill>
                  <a:srgbClr val="FFFFFF"/>
                </a:solidFill>
                <a:latin typeface="+mj-ea"/>
              </a:rPr>
              <a:t>添加您需要的文字。添加您需要的文字。</a:t>
            </a:r>
            <a:r>
              <a:rPr lang="zh-CN" altLang="en-US" sz="1400" u="sng" dirty="0">
                <a:solidFill>
                  <a:schemeClr val="accent5">
                    <a:lumMod val="40000"/>
                    <a:lumOff val="60000"/>
                  </a:schemeClr>
                </a:solidFill>
                <a:latin typeface="+mj-ea"/>
                <a:ea typeface="+mj-ea"/>
              </a:rPr>
              <a:t>在此强调您需要的文字</a:t>
            </a:r>
            <a:r>
              <a:rPr lang="zh-CN" altLang="en-US" sz="1400" dirty="0">
                <a:solidFill>
                  <a:srgbClr val="FFFFFF"/>
                </a:solidFill>
                <a:latin typeface="+mj-ea"/>
                <a:ea typeface="+mj-ea"/>
              </a:rPr>
              <a:t>。</a:t>
            </a:r>
            <a:r>
              <a:rPr lang="zh-CN" altLang="en-US" sz="1400" dirty="0">
                <a:solidFill>
                  <a:srgbClr val="FFFFFF"/>
                </a:solidFill>
                <a:latin typeface="+mj-ea"/>
              </a:rPr>
              <a:t>在此添加您需要的文字。在此添加您需要的文字。在此添加您需要的文字。在此添加您需要的文字。在此添加您需要的文字。添加您需要的文字。添加您需要的文字。在此添加您需要的文字。在此添加您需要的文字。在此添加您需要的文字。在此添加您需要的文字。</a:t>
            </a:r>
          </a:p>
        </p:txBody>
      </p:sp>
      <p:sp>
        <p:nvSpPr>
          <p:cNvPr id="18" name="Object 4013"/>
          <p:cNvSpPr txBox="1"/>
          <p:nvPr/>
        </p:nvSpPr>
        <p:spPr>
          <a:xfrm>
            <a:off x="8449114" y="2594909"/>
            <a:ext cx="2643961" cy="320637"/>
          </a:xfrm>
          <a:prstGeom prst="rect">
            <a:avLst/>
          </a:prstGeom>
        </p:spPr>
        <p:txBody>
          <a:bodyPr vert="horz" rtlCol="0" anchor="ctr" anchorCtr="0">
            <a:noAutofit/>
          </a:bodyPr>
          <a:lstStyle/>
          <a:p>
            <a:pPr>
              <a:lnSpc>
                <a:spcPct val="96000"/>
              </a:lnSpc>
            </a:pPr>
            <a:r>
              <a:rPr lang="zh-CN" altLang="en-US" sz="2000" b="1" dirty="0">
                <a:solidFill>
                  <a:schemeClr val="tx1">
                    <a:lumMod val="75000"/>
                    <a:lumOff val="25000"/>
                  </a:schemeClr>
                </a:solidFill>
                <a:latin typeface="+mj-ea"/>
                <a:ea typeface="+mj-ea"/>
              </a:rPr>
              <a:t>在此添加段落要点</a:t>
            </a:r>
            <a:endParaRPr lang="zh-CN" altLang="en-US" sz="1050" b="1" dirty="0">
              <a:solidFill>
                <a:schemeClr val="tx1">
                  <a:lumMod val="75000"/>
                  <a:lumOff val="25000"/>
                </a:schemeClr>
              </a:solidFill>
              <a:latin typeface="+mj-ea"/>
              <a:ea typeface="+mj-ea"/>
            </a:endParaRPr>
          </a:p>
        </p:txBody>
      </p:sp>
      <p:sp>
        <p:nvSpPr>
          <p:cNvPr id="19" name="Object 4014"/>
          <p:cNvSpPr txBox="1"/>
          <p:nvPr/>
        </p:nvSpPr>
        <p:spPr>
          <a:xfrm>
            <a:off x="8433134" y="3179906"/>
            <a:ext cx="2643961" cy="815535"/>
          </a:xfrm>
          <a:prstGeom prst="rect">
            <a:avLst/>
          </a:prstGeom>
        </p:spPr>
        <p:txBody>
          <a:bodyPr vert="horz" rtlCol="0" anchor="t" anchorCtr="0">
            <a:noAutofit/>
          </a:bodyPr>
          <a:lstStyle/>
          <a:p>
            <a:pPr algn="just">
              <a:lnSpc>
                <a:spcPct val="117000"/>
              </a:lnSpc>
            </a:pPr>
            <a:r>
              <a:rPr lang="zh-CN" altLang="en-US" sz="1400"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a:t>
            </a:r>
          </a:p>
        </p:txBody>
      </p:sp>
      <p:grpSp>
        <p:nvGrpSpPr>
          <p:cNvPr id="28" name="组合 27"/>
          <p:cNvGrpSpPr/>
          <p:nvPr/>
        </p:nvGrpSpPr>
        <p:grpSpPr>
          <a:xfrm>
            <a:off x="1388477" y="1714778"/>
            <a:ext cx="578031" cy="565362"/>
            <a:chOff x="3380126" y="4286250"/>
            <a:chExt cx="544513" cy="544513"/>
          </a:xfrm>
        </p:grpSpPr>
        <p:sp>
          <p:nvSpPr>
            <p:cNvPr id="23" name="Freeform 17"/>
            <p:cNvSpPr>
              <a:spLocks noEditPoints="1"/>
            </p:cNvSpPr>
            <p:nvPr/>
          </p:nvSpPr>
          <p:spPr bwMode="auto">
            <a:xfrm>
              <a:off x="3413464" y="4351338"/>
              <a:ext cx="477838" cy="479425"/>
            </a:xfrm>
            <a:custGeom>
              <a:avLst/>
              <a:gdLst>
                <a:gd name="T0" fmla="*/ 88 w 176"/>
                <a:gd name="T1" fmla="*/ 0 h 176"/>
                <a:gd name="T2" fmla="*/ 0 w 176"/>
                <a:gd name="T3" fmla="*/ 88 h 176"/>
                <a:gd name="T4" fmla="*/ 22 w 176"/>
                <a:gd name="T5" fmla="*/ 145 h 176"/>
                <a:gd name="T6" fmla="*/ 1 w 176"/>
                <a:gd name="T7" fmla="*/ 171 h 176"/>
                <a:gd name="T8" fmla="*/ 8 w 176"/>
                <a:gd name="T9" fmla="*/ 176 h 176"/>
                <a:gd name="T10" fmla="*/ 27 w 176"/>
                <a:gd name="T11" fmla="*/ 151 h 176"/>
                <a:gd name="T12" fmla="*/ 88 w 176"/>
                <a:gd name="T13" fmla="*/ 176 h 176"/>
                <a:gd name="T14" fmla="*/ 149 w 176"/>
                <a:gd name="T15" fmla="*/ 151 h 176"/>
                <a:gd name="T16" fmla="*/ 169 w 176"/>
                <a:gd name="T17" fmla="*/ 176 h 176"/>
                <a:gd name="T18" fmla="*/ 176 w 176"/>
                <a:gd name="T19" fmla="*/ 171 h 176"/>
                <a:gd name="T20" fmla="*/ 155 w 176"/>
                <a:gd name="T21" fmla="*/ 145 h 176"/>
                <a:gd name="T22" fmla="*/ 176 w 176"/>
                <a:gd name="T23" fmla="*/ 88 h 176"/>
                <a:gd name="T24" fmla="*/ 88 w 176"/>
                <a:gd name="T25" fmla="*/ 0 h 176"/>
                <a:gd name="T26" fmla="*/ 88 w 176"/>
                <a:gd name="T27" fmla="*/ 168 h 176"/>
                <a:gd name="T28" fmla="*/ 8 w 176"/>
                <a:gd name="T29" fmla="*/ 88 h 176"/>
                <a:gd name="T30" fmla="*/ 88 w 176"/>
                <a:gd name="T31" fmla="*/ 8 h 176"/>
                <a:gd name="T32" fmla="*/ 168 w 176"/>
                <a:gd name="T33" fmla="*/ 88 h 176"/>
                <a:gd name="T34" fmla="*/ 88 w 176"/>
                <a:gd name="T35" fmla="*/ 16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76">
                  <a:moveTo>
                    <a:pt x="88" y="0"/>
                  </a:moveTo>
                  <a:cubicBezTo>
                    <a:pt x="40" y="0"/>
                    <a:pt x="0" y="39"/>
                    <a:pt x="0" y="88"/>
                  </a:cubicBezTo>
                  <a:cubicBezTo>
                    <a:pt x="0" y="110"/>
                    <a:pt x="9" y="130"/>
                    <a:pt x="22" y="145"/>
                  </a:cubicBezTo>
                  <a:cubicBezTo>
                    <a:pt x="1" y="171"/>
                    <a:pt x="1" y="171"/>
                    <a:pt x="1" y="171"/>
                  </a:cubicBezTo>
                  <a:cubicBezTo>
                    <a:pt x="8" y="176"/>
                    <a:pt x="8" y="176"/>
                    <a:pt x="8" y="176"/>
                  </a:cubicBezTo>
                  <a:cubicBezTo>
                    <a:pt x="27" y="151"/>
                    <a:pt x="27" y="151"/>
                    <a:pt x="27" y="151"/>
                  </a:cubicBezTo>
                  <a:cubicBezTo>
                    <a:pt x="43" y="166"/>
                    <a:pt x="65" y="176"/>
                    <a:pt x="88" y="176"/>
                  </a:cubicBezTo>
                  <a:cubicBezTo>
                    <a:pt x="112" y="176"/>
                    <a:pt x="134" y="166"/>
                    <a:pt x="149" y="151"/>
                  </a:cubicBezTo>
                  <a:cubicBezTo>
                    <a:pt x="169" y="176"/>
                    <a:pt x="169" y="176"/>
                    <a:pt x="169" y="176"/>
                  </a:cubicBezTo>
                  <a:cubicBezTo>
                    <a:pt x="176" y="171"/>
                    <a:pt x="176" y="171"/>
                    <a:pt x="176" y="171"/>
                  </a:cubicBezTo>
                  <a:cubicBezTo>
                    <a:pt x="155" y="145"/>
                    <a:pt x="155" y="145"/>
                    <a:pt x="155" y="145"/>
                  </a:cubicBezTo>
                  <a:cubicBezTo>
                    <a:pt x="168" y="130"/>
                    <a:pt x="176" y="110"/>
                    <a:pt x="176" y="88"/>
                  </a:cubicBezTo>
                  <a:cubicBezTo>
                    <a:pt x="176" y="39"/>
                    <a:pt x="137" y="0"/>
                    <a:pt x="88" y="0"/>
                  </a:cubicBezTo>
                  <a:close/>
                  <a:moveTo>
                    <a:pt x="88" y="168"/>
                  </a:moveTo>
                  <a:cubicBezTo>
                    <a:pt x="44" y="168"/>
                    <a:pt x="8" y="132"/>
                    <a:pt x="8" y="88"/>
                  </a:cubicBezTo>
                  <a:cubicBezTo>
                    <a:pt x="8" y="44"/>
                    <a:pt x="44" y="8"/>
                    <a:pt x="88" y="8"/>
                  </a:cubicBezTo>
                  <a:cubicBezTo>
                    <a:pt x="132" y="8"/>
                    <a:pt x="168" y="44"/>
                    <a:pt x="168" y="88"/>
                  </a:cubicBezTo>
                  <a:cubicBezTo>
                    <a:pt x="168" y="132"/>
                    <a:pt x="132" y="168"/>
                    <a:pt x="88" y="16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8"/>
            <p:cNvSpPr>
              <a:spLocks noEditPoints="1"/>
            </p:cNvSpPr>
            <p:nvPr/>
          </p:nvSpPr>
          <p:spPr bwMode="auto">
            <a:xfrm>
              <a:off x="3380126" y="4286250"/>
              <a:ext cx="174625" cy="174625"/>
            </a:xfrm>
            <a:custGeom>
              <a:avLst/>
              <a:gdLst>
                <a:gd name="T0" fmla="*/ 64 w 64"/>
                <a:gd name="T1" fmla="*/ 0 h 64"/>
                <a:gd name="T2" fmla="*/ 40 w 64"/>
                <a:gd name="T3" fmla="*/ 0 h 64"/>
                <a:gd name="T4" fmla="*/ 0 w 64"/>
                <a:gd name="T5" fmla="*/ 40 h 64"/>
                <a:gd name="T6" fmla="*/ 0 w 64"/>
                <a:gd name="T7" fmla="*/ 64 h 64"/>
                <a:gd name="T8" fmla="*/ 12 w 64"/>
                <a:gd name="T9" fmla="*/ 64 h 64"/>
                <a:gd name="T10" fmla="*/ 64 w 64"/>
                <a:gd name="T11" fmla="*/ 11 h 64"/>
                <a:gd name="T12" fmla="*/ 64 w 64"/>
                <a:gd name="T13" fmla="*/ 0 h 64"/>
                <a:gd name="T14" fmla="*/ 56 w 64"/>
                <a:gd name="T15" fmla="*/ 8 h 64"/>
                <a:gd name="T16" fmla="*/ 8 w 64"/>
                <a:gd name="T17" fmla="*/ 56 h 64"/>
                <a:gd name="T18" fmla="*/ 8 w 64"/>
                <a:gd name="T19" fmla="*/ 56 h 64"/>
                <a:gd name="T20" fmla="*/ 8 w 64"/>
                <a:gd name="T21" fmla="*/ 40 h 64"/>
                <a:gd name="T22" fmla="*/ 40 w 64"/>
                <a:gd name="T23" fmla="*/ 8 h 64"/>
                <a:gd name="T24" fmla="*/ 56 w 64"/>
                <a:gd name="T25" fmla="*/ 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 h="64">
                  <a:moveTo>
                    <a:pt x="64" y="0"/>
                  </a:moveTo>
                  <a:cubicBezTo>
                    <a:pt x="40" y="0"/>
                    <a:pt x="40" y="0"/>
                    <a:pt x="40" y="0"/>
                  </a:cubicBezTo>
                  <a:cubicBezTo>
                    <a:pt x="18" y="0"/>
                    <a:pt x="0" y="18"/>
                    <a:pt x="0" y="40"/>
                  </a:cubicBezTo>
                  <a:cubicBezTo>
                    <a:pt x="0" y="64"/>
                    <a:pt x="0" y="64"/>
                    <a:pt x="0" y="64"/>
                  </a:cubicBezTo>
                  <a:cubicBezTo>
                    <a:pt x="12" y="64"/>
                    <a:pt x="12" y="64"/>
                    <a:pt x="12" y="64"/>
                  </a:cubicBezTo>
                  <a:cubicBezTo>
                    <a:pt x="64" y="11"/>
                    <a:pt x="64" y="11"/>
                    <a:pt x="64" y="11"/>
                  </a:cubicBezTo>
                  <a:lnTo>
                    <a:pt x="64" y="0"/>
                  </a:lnTo>
                  <a:close/>
                  <a:moveTo>
                    <a:pt x="56" y="8"/>
                  </a:moveTo>
                  <a:cubicBezTo>
                    <a:pt x="8" y="56"/>
                    <a:pt x="8" y="56"/>
                    <a:pt x="8" y="56"/>
                  </a:cubicBezTo>
                  <a:cubicBezTo>
                    <a:pt x="8" y="56"/>
                    <a:pt x="8" y="56"/>
                    <a:pt x="8" y="56"/>
                  </a:cubicBezTo>
                  <a:cubicBezTo>
                    <a:pt x="8" y="40"/>
                    <a:pt x="8" y="40"/>
                    <a:pt x="8" y="40"/>
                  </a:cubicBezTo>
                  <a:cubicBezTo>
                    <a:pt x="8" y="22"/>
                    <a:pt x="23" y="8"/>
                    <a:pt x="40" y="8"/>
                  </a:cubicBezTo>
                  <a:cubicBezTo>
                    <a:pt x="56" y="8"/>
                    <a:pt x="56" y="8"/>
                    <a:pt x="56"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9"/>
            <p:cNvSpPr>
              <a:spLocks noEditPoints="1"/>
            </p:cNvSpPr>
            <p:nvPr/>
          </p:nvSpPr>
          <p:spPr bwMode="auto">
            <a:xfrm>
              <a:off x="3753189" y="4286250"/>
              <a:ext cx="171450" cy="174625"/>
            </a:xfrm>
            <a:custGeom>
              <a:avLst/>
              <a:gdLst>
                <a:gd name="T0" fmla="*/ 23 w 63"/>
                <a:gd name="T1" fmla="*/ 0 h 64"/>
                <a:gd name="T2" fmla="*/ 0 w 63"/>
                <a:gd name="T3" fmla="*/ 0 h 64"/>
                <a:gd name="T4" fmla="*/ 0 w 63"/>
                <a:gd name="T5" fmla="*/ 11 h 64"/>
                <a:gd name="T6" fmla="*/ 52 w 63"/>
                <a:gd name="T7" fmla="*/ 64 h 64"/>
                <a:gd name="T8" fmla="*/ 63 w 63"/>
                <a:gd name="T9" fmla="*/ 64 h 64"/>
                <a:gd name="T10" fmla="*/ 63 w 63"/>
                <a:gd name="T11" fmla="*/ 40 h 64"/>
                <a:gd name="T12" fmla="*/ 23 w 63"/>
                <a:gd name="T13" fmla="*/ 0 h 64"/>
                <a:gd name="T14" fmla="*/ 55 w 63"/>
                <a:gd name="T15" fmla="*/ 56 h 64"/>
                <a:gd name="T16" fmla="*/ 55 w 63"/>
                <a:gd name="T17" fmla="*/ 56 h 64"/>
                <a:gd name="T18" fmla="*/ 8 w 63"/>
                <a:gd name="T19" fmla="*/ 8 h 64"/>
                <a:gd name="T20" fmla="*/ 8 w 63"/>
                <a:gd name="T21" fmla="*/ 8 h 64"/>
                <a:gd name="T22" fmla="*/ 23 w 63"/>
                <a:gd name="T23" fmla="*/ 8 h 64"/>
                <a:gd name="T24" fmla="*/ 55 w 63"/>
                <a:gd name="T25" fmla="*/ 40 h 64"/>
                <a:gd name="T26" fmla="*/ 55 w 63"/>
                <a:gd name="T27"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64">
                  <a:moveTo>
                    <a:pt x="23" y="0"/>
                  </a:moveTo>
                  <a:cubicBezTo>
                    <a:pt x="0" y="0"/>
                    <a:pt x="0" y="0"/>
                    <a:pt x="0" y="0"/>
                  </a:cubicBezTo>
                  <a:cubicBezTo>
                    <a:pt x="0" y="11"/>
                    <a:pt x="0" y="11"/>
                    <a:pt x="0" y="11"/>
                  </a:cubicBezTo>
                  <a:cubicBezTo>
                    <a:pt x="52" y="64"/>
                    <a:pt x="52" y="64"/>
                    <a:pt x="52" y="64"/>
                  </a:cubicBezTo>
                  <a:cubicBezTo>
                    <a:pt x="63" y="64"/>
                    <a:pt x="63" y="64"/>
                    <a:pt x="63" y="64"/>
                  </a:cubicBezTo>
                  <a:cubicBezTo>
                    <a:pt x="63" y="40"/>
                    <a:pt x="63" y="40"/>
                    <a:pt x="63" y="40"/>
                  </a:cubicBezTo>
                  <a:cubicBezTo>
                    <a:pt x="63" y="18"/>
                    <a:pt x="46" y="0"/>
                    <a:pt x="23" y="0"/>
                  </a:cubicBezTo>
                  <a:close/>
                  <a:moveTo>
                    <a:pt x="55" y="56"/>
                  </a:moveTo>
                  <a:cubicBezTo>
                    <a:pt x="55" y="56"/>
                    <a:pt x="55" y="56"/>
                    <a:pt x="55" y="56"/>
                  </a:cubicBezTo>
                  <a:cubicBezTo>
                    <a:pt x="8" y="8"/>
                    <a:pt x="8" y="8"/>
                    <a:pt x="8" y="8"/>
                  </a:cubicBezTo>
                  <a:cubicBezTo>
                    <a:pt x="8" y="8"/>
                    <a:pt x="8" y="8"/>
                    <a:pt x="8" y="8"/>
                  </a:cubicBezTo>
                  <a:cubicBezTo>
                    <a:pt x="23" y="8"/>
                    <a:pt x="23" y="8"/>
                    <a:pt x="23" y="8"/>
                  </a:cubicBezTo>
                  <a:cubicBezTo>
                    <a:pt x="41" y="8"/>
                    <a:pt x="55" y="22"/>
                    <a:pt x="55" y="40"/>
                  </a:cubicBezTo>
                  <a:lnTo>
                    <a:pt x="55" y="5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0"/>
            <p:cNvSpPr/>
            <p:nvPr/>
          </p:nvSpPr>
          <p:spPr bwMode="auto">
            <a:xfrm>
              <a:off x="3521414" y="4416425"/>
              <a:ext cx="141288" cy="196850"/>
            </a:xfrm>
            <a:custGeom>
              <a:avLst/>
              <a:gdLst>
                <a:gd name="T0" fmla="*/ 76 w 89"/>
                <a:gd name="T1" fmla="*/ 110 h 124"/>
                <a:gd name="T2" fmla="*/ 0 w 89"/>
                <a:gd name="T3" fmla="*/ 110 h 124"/>
                <a:gd name="T4" fmla="*/ 0 w 89"/>
                <a:gd name="T5" fmla="*/ 124 h 124"/>
                <a:gd name="T6" fmla="*/ 89 w 89"/>
                <a:gd name="T7" fmla="*/ 124 h 124"/>
                <a:gd name="T8" fmla="*/ 89 w 89"/>
                <a:gd name="T9" fmla="*/ 0 h 124"/>
                <a:gd name="T10" fmla="*/ 76 w 89"/>
                <a:gd name="T11" fmla="*/ 0 h 124"/>
                <a:gd name="T12" fmla="*/ 76 w 89"/>
                <a:gd name="T13" fmla="*/ 110 h 124"/>
              </a:gdLst>
              <a:ahLst/>
              <a:cxnLst>
                <a:cxn ang="0">
                  <a:pos x="T0" y="T1"/>
                </a:cxn>
                <a:cxn ang="0">
                  <a:pos x="T2" y="T3"/>
                </a:cxn>
                <a:cxn ang="0">
                  <a:pos x="T4" y="T5"/>
                </a:cxn>
                <a:cxn ang="0">
                  <a:pos x="T6" y="T7"/>
                </a:cxn>
                <a:cxn ang="0">
                  <a:pos x="T8" y="T9"/>
                </a:cxn>
                <a:cxn ang="0">
                  <a:pos x="T10" y="T11"/>
                </a:cxn>
                <a:cxn ang="0">
                  <a:pos x="T12" y="T13"/>
                </a:cxn>
              </a:cxnLst>
              <a:rect l="0" t="0" r="r" b="b"/>
              <a:pathLst>
                <a:path w="89" h="124">
                  <a:moveTo>
                    <a:pt x="76" y="110"/>
                  </a:moveTo>
                  <a:lnTo>
                    <a:pt x="0" y="110"/>
                  </a:lnTo>
                  <a:lnTo>
                    <a:pt x="0" y="124"/>
                  </a:lnTo>
                  <a:lnTo>
                    <a:pt x="89" y="124"/>
                  </a:lnTo>
                  <a:lnTo>
                    <a:pt x="89" y="0"/>
                  </a:lnTo>
                  <a:lnTo>
                    <a:pt x="76" y="0"/>
                  </a:lnTo>
                  <a:lnTo>
                    <a:pt x="76" y="11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27" name="Freeform 56"/>
          <p:cNvSpPr>
            <a:spLocks noEditPoints="1"/>
          </p:cNvSpPr>
          <p:nvPr/>
        </p:nvSpPr>
        <p:spPr bwMode="auto">
          <a:xfrm>
            <a:off x="8514030" y="1734765"/>
            <a:ext cx="532529" cy="520858"/>
          </a:xfrm>
          <a:custGeom>
            <a:avLst/>
            <a:gdLst>
              <a:gd name="T0" fmla="*/ 181 w 185"/>
              <a:gd name="T1" fmla="*/ 3 h 184"/>
              <a:gd name="T2" fmla="*/ 172 w 185"/>
              <a:gd name="T3" fmla="*/ 0 h 184"/>
              <a:gd name="T4" fmla="*/ 164 w 185"/>
              <a:gd name="T5" fmla="*/ 3 h 184"/>
              <a:gd name="T6" fmla="*/ 128 w 185"/>
              <a:gd name="T7" fmla="*/ 38 h 184"/>
              <a:gd name="T8" fmla="*/ 128 w 185"/>
              <a:gd name="T9" fmla="*/ 32 h 184"/>
              <a:gd name="T10" fmla="*/ 0 w 185"/>
              <a:gd name="T11" fmla="*/ 32 h 184"/>
              <a:gd name="T12" fmla="*/ 0 w 185"/>
              <a:gd name="T13" fmla="*/ 184 h 184"/>
              <a:gd name="T14" fmla="*/ 152 w 185"/>
              <a:gd name="T15" fmla="*/ 184 h 184"/>
              <a:gd name="T16" fmla="*/ 152 w 185"/>
              <a:gd name="T17" fmla="*/ 56 h 184"/>
              <a:gd name="T18" fmla="*/ 145 w 185"/>
              <a:gd name="T19" fmla="*/ 56 h 184"/>
              <a:gd name="T20" fmla="*/ 181 w 185"/>
              <a:gd name="T21" fmla="*/ 20 h 184"/>
              <a:gd name="T22" fmla="*/ 181 w 185"/>
              <a:gd name="T23" fmla="*/ 3 h 184"/>
              <a:gd name="T24" fmla="*/ 144 w 185"/>
              <a:gd name="T25" fmla="*/ 176 h 184"/>
              <a:gd name="T26" fmla="*/ 8 w 185"/>
              <a:gd name="T27" fmla="*/ 176 h 184"/>
              <a:gd name="T28" fmla="*/ 8 w 185"/>
              <a:gd name="T29" fmla="*/ 40 h 184"/>
              <a:gd name="T30" fmla="*/ 127 w 185"/>
              <a:gd name="T31" fmla="*/ 40 h 184"/>
              <a:gd name="T32" fmla="*/ 64 w 185"/>
              <a:gd name="T33" fmla="*/ 102 h 184"/>
              <a:gd name="T34" fmla="*/ 64 w 185"/>
              <a:gd name="T35" fmla="*/ 120 h 184"/>
              <a:gd name="T36" fmla="*/ 81 w 185"/>
              <a:gd name="T37" fmla="*/ 120 h 184"/>
              <a:gd name="T38" fmla="*/ 144 w 185"/>
              <a:gd name="T39" fmla="*/ 56 h 184"/>
              <a:gd name="T40" fmla="*/ 144 w 185"/>
              <a:gd name="T41" fmla="*/ 176 h 184"/>
              <a:gd name="T42" fmla="*/ 175 w 185"/>
              <a:gd name="T43" fmla="*/ 14 h 184"/>
              <a:gd name="T44" fmla="*/ 78 w 185"/>
              <a:gd name="T45" fmla="*/ 112 h 184"/>
              <a:gd name="T46" fmla="*/ 72 w 185"/>
              <a:gd name="T47" fmla="*/ 112 h 184"/>
              <a:gd name="T48" fmla="*/ 72 w 185"/>
              <a:gd name="T49" fmla="*/ 106 h 184"/>
              <a:gd name="T50" fmla="*/ 169 w 185"/>
              <a:gd name="T51" fmla="*/ 9 h 184"/>
              <a:gd name="T52" fmla="*/ 172 w 185"/>
              <a:gd name="T53" fmla="*/ 8 h 184"/>
              <a:gd name="T54" fmla="*/ 175 w 185"/>
              <a:gd name="T55" fmla="*/ 9 h 184"/>
              <a:gd name="T56" fmla="*/ 176 w 185"/>
              <a:gd name="T57" fmla="*/ 12 h 184"/>
              <a:gd name="T58" fmla="*/ 175 w 185"/>
              <a:gd name="T59"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 h="184">
                <a:moveTo>
                  <a:pt x="181" y="3"/>
                </a:moveTo>
                <a:cubicBezTo>
                  <a:pt x="178" y="1"/>
                  <a:pt x="175" y="0"/>
                  <a:pt x="172" y="0"/>
                </a:cubicBezTo>
                <a:cubicBezTo>
                  <a:pt x="169" y="0"/>
                  <a:pt x="166" y="1"/>
                  <a:pt x="164" y="3"/>
                </a:cubicBezTo>
                <a:cubicBezTo>
                  <a:pt x="128" y="38"/>
                  <a:pt x="128" y="38"/>
                  <a:pt x="128" y="38"/>
                </a:cubicBezTo>
                <a:cubicBezTo>
                  <a:pt x="128" y="32"/>
                  <a:pt x="128" y="32"/>
                  <a:pt x="128" y="32"/>
                </a:cubicBezTo>
                <a:cubicBezTo>
                  <a:pt x="0" y="32"/>
                  <a:pt x="0" y="32"/>
                  <a:pt x="0" y="32"/>
                </a:cubicBezTo>
                <a:cubicBezTo>
                  <a:pt x="0" y="184"/>
                  <a:pt x="0" y="184"/>
                  <a:pt x="0" y="184"/>
                </a:cubicBezTo>
                <a:cubicBezTo>
                  <a:pt x="152" y="184"/>
                  <a:pt x="152" y="184"/>
                  <a:pt x="152" y="184"/>
                </a:cubicBezTo>
                <a:cubicBezTo>
                  <a:pt x="152" y="56"/>
                  <a:pt x="152" y="56"/>
                  <a:pt x="152" y="56"/>
                </a:cubicBezTo>
                <a:cubicBezTo>
                  <a:pt x="145" y="56"/>
                  <a:pt x="145" y="56"/>
                  <a:pt x="145" y="56"/>
                </a:cubicBezTo>
                <a:cubicBezTo>
                  <a:pt x="181" y="20"/>
                  <a:pt x="181" y="20"/>
                  <a:pt x="181" y="20"/>
                </a:cubicBezTo>
                <a:cubicBezTo>
                  <a:pt x="185" y="15"/>
                  <a:pt x="185" y="8"/>
                  <a:pt x="181" y="3"/>
                </a:cubicBezTo>
                <a:close/>
                <a:moveTo>
                  <a:pt x="144" y="176"/>
                </a:moveTo>
                <a:cubicBezTo>
                  <a:pt x="8" y="176"/>
                  <a:pt x="8" y="176"/>
                  <a:pt x="8" y="176"/>
                </a:cubicBezTo>
                <a:cubicBezTo>
                  <a:pt x="8" y="40"/>
                  <a:pt x="8" y="40"/>
                  <a:pt x="8" y="40"/>
                </a:cubicBezTo>
                <a:cubicBezTo>
                  <a:pt x="127" y="40"/>
                  <a:pt x="127" y="40"/>
                  <a:pt x="127" y="40"/>
                </a:cubicBezTo>
                <a:cubicBezTo>
                  <a:pt x="64" y="102"/>
                  <a:pt x="64" y="102"/>
                  <a:pt x="64" y="102"/>
                </a:cubicBezTo>
                <a:cubicBezTo>
                  <a:pt x="64" y="120"/>
                  <a:pt x="64" y="120"/>
                  <a:pt x="64" y="120"/>
                </a:cubicBezTo>
                <a:cubicBezTo>
                  <a:pt x="81" y="120"/>
                  <a:pt x="81" y="120"/>
                  <a:pt x="81" y="120"/>
                </a:cubicBezTo>
                <a:cubicBezTo>
                  <a:pt x="144" y="56"/>
                  <a:pt x="144" y="56"/>
                  <a:pt x="144" y="56"/>
                </a:cubicBezTo>
                <a:lnTo>
                  <a:pt x="144" y="176"/>
                </a:lnTo>
                <a:close/>
                <a:moveTo>
                  <a:pt x="175" y="14"/>
                </a:moveTo>
                <a:cubicBezTo>
                  <a:pt x="78" y="112"/>
                  <a:pt x="78" y="112"/>
                  <a:pt x="78" y="112"/>
                </a:cubicBezTo>
                <a:cubicBezTo>
                  <a:pt x="72" y="112"/>
                  <a:pt x="72" y="112"/>
                  <a:pt x="72" y="112"/>
                </a:cubicBezTo>
                <a:cubicBezTo>
                  <a:pt x="72" y="106"/>
                  <a:pt x="72" y="106"/>
                  <a:pt x="72" y="106"/>
                </a:cubicBezTo>
                <a:cubicBezTo>
                  <a:pt x="169" y="9"/>
                  <a:pt x="169" y="9"/>
                  <a:pt x="169" y="9"/>
                </a:cubicBezTo>
                <a:cubicBezTo>
                  <a:pt x="170" y="8"/>
                  <a:pt x="172" y="8"/>
                  <a:pt x="172" y="8"/>
                </a:cubicBezTo>
                <a:cubicBezTo>
                  <a:pt x="173" y="8"/>
                  <a:pt x="174" y="8"/>
                  <a:pt x="175" y="9"/>
                </a:cubicBezTo>
                <a:cubicBezTo>
                  <a:pt x="176" y="10"/>
                  <a:pt x="176" y="11"/>
                  <a:pt x="176" y="12"/>
                </a:cubicBezTo>
                <a:cubicBezTo>
                  <a:pt x="176" y="12"/>
                  <a:pt x="176" y="13"/>
                  <a:pt x="175" y="1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半闭框 30"/>
          <p:cNvSpPr/>
          <p:nvPr/>
        </p:nvSpPr>
        <p:spPr>
          <a:xfrm rot="10800000">
            <a:off x="11018367" y="5352202"/>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p:cNvSpPr/>
          <p:nvPr/>
        </p:nvSpPr>
        <p:spPr>
          <a:xfrm rot="10800000">
            <a:off x="7613294" y="5335692"/>
            <a:ext cx="322028" cy="329979"/>
          </a:xfrm>
          <a:prstGeom prst="halfFrame">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dirty="0"/>
              <a:t>纯文字版式</a:t>
            </a:r>
            <a:r>
              <a:rPr lang="zh-CN" altLang="en-US" b="0" dirty="0"/>
              <a:t>（五）</a:t>
            </a:r>
          </a:p>
        </p:txBody>
      </p:sp>
      <p:sp>
        <p:nvSpPr>
          <p:cNvPr id="3" name="灯片编号占位符 2"/>
          <p:cNvSpPr>
            <a:spLocks noGrp="1"/>
          </p:cNvSpPr>
          <p:nvPr>
            <p:ph type="sldNum" sz="quarter" idx="4"/>
          </p:nvPr>
        </p:nvSpPr>
        <p:spPr/>
        <p:txBody>
          <a:bodyPr/>
          <a:lstStyle/>
          <a:p>
            <a:fld id="{548644C6-89F0-466C-949F-E70AD72679A8}" type="slidenum">
              <a:rPr lang="zh-CN" altLang="en-US" smtClean="0"/>
              <a:t>11</a:t>
            </a:fld>
            <a:endParaRPr lang="zh-CN" altLang="en-US"/>
          </a:p>
        </p:txBody>
      </p:sp>
      <p:sp>
        <p:nvSpPr>
          <p:cNvPr id="22" name="矩形: 一个圆顶角，剪去另一个顶角 21"/>
          <p:cNvSpPr/>
          <p:nvPr/>
        </p:nvSpPr>
        <p:spPr>
          <a:xfrm rot="16200000">
            <a:off x="7583702" y="2386124"/>
            <a:ext cx="2208622" cy="5083333"/>
          </a:xfrm>
          <a:prstGeom prst="snipRoundRect">
            <a:avLst>
              <a:gd name="adj1" fmla="val 0"/>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矩形: 一个圆顶角，剪去另一个顶角 22"/>
          <p:cNvSpPr/>
          <p:nvPr/>
        </p:nvSpPr>
        <p:spPr>
          <a:xfrm rot="16200000">
            <a:off x="2399675" y="2386123"/>
            <a:ext cx="2208622" cy="5083333"/>
          </a:xfrm>
          <a:prstGeom prst="snipRoundRect">
            <a:avLst>
              <a:gd name="adj1" fmla="val 0"/>
              <a:gd name="adj2" fmla="val 0"/>
            </a:avLst>
          </a:prstGeom>
          <a:solidFill>
            <a:srgbClr val="E0CFBD">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矩形: 一个圆顶角，剪去另一个顶角 20"/>
          <p:cNvSpPr/>
          <p:nvPr/>
        </p:nvSpPr>
        <p:spPr>
          <a:xfrm rot="16200000">
            <a:off x="7583703" y="87281"/>
            <a:ext cx="2208622" cy="5083333"/>
          </a:xfrm>
          <a:prstGeom prst="snipRoundRect">
            <a:avLst>
              <a:gd name="adj1" fmla="val 0"/>
              <a:gd name="adj2" fmla="val 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4" name="image 1101"/>
          <p:cNvPicPr>
            <a:picLocks noChangeAspect="1"/>
          </p:cNvPicPr>
          <p:nvPr/>
        </p:nvPicPr>
        <p:blipFill rotWithShape="1">
          <a:blip r:embed="rId2" cstate="screen"/>
          <a:srcRect/>
          <a:stretch>
            <a:fillRect/>
          </a:stretch>
        </p:blipFill>
        <p:spPr>
          <a:xfrm>
            <a:off x="962319" y="1524636"/>
            <a:ext cx="5083334" cy="2208624"/>
          </a:xfrm>
          <a:prstGeom prst="rect">
            <a:avLst/>
          </a:prstGeom>
        </p:spPr>
      </p:pic>
      <p:sp>
        <p:nvSpPr>
          <p:cNvPr id="8" name="Object 1105"/>
          <p:cNvSpPr txBox="1"/>
          <p:nvPr/>
        </p:nvSpPr>
        <p:spPr>
          <a:xfrm>
            <a:off x="6793850" y="2188662"/>
            <a:ext cx="3098662" cy="435208"/>
          </a:xfrm>
          <a:prstGeom prst="rect">
            <a:avLst/>
          </a:prstGeom>
        </p:spPr>
        <p:txBody>
          <a:bodyPr vert="horz" rtlCol="0" anchor="ctr" anchorCtr="0">
            <a:noAutofit/>
          </a:bodyPr>
          <a:lstStyle/>
          <a:p>
            <a:pPr algn="l">
              <a:lnSpc>
                <a:spcPct val="100000"/>
              </a:lnSpc>
            </a:pPr>
            <a:r>
              <a:rPr lang="zh-CN" altLang="en-US" sz="2800" b="0" i="0" dirty="0">
                <a:solidFill>
                  <a:schemeClr val="tx1">
                    <a:lumMod val="75000"/>
                    <a:lumOff val="25000"/>
                  </a:schemeClr>
                </a:solidFill>
                <a:latin typeface="+mj-ea"/>
                <a:ea typeface="+mj-ea"/>
              </a:rPr>
              <a:t>填写副标题</a:t>
            </a:r>
            <a:endParaRPr lang="zh-CN" altLang="en-US" sz="1000" dirty="0">
              <a:solidFill>
                <a:schemeClr val="tx1">
                  <a:lumMod val="75000"/>
                  <a:lumOff val="25000"/>
                </a:schemeClr>
              </a:solidFill>
              <a:latin typeface="+mj-ea"/>
              <a:ea typeface="+mj-ea"/>
            </a:endParaRPr>
          </a:p>
        </p:txBody>
      </p:sp>
      <p:sp>
        <p:nvSpPr>
          <p:cNvPr id="9" name="Object 1106"/>
          <p:cNvSpPr txBox="1"/>
          <p:nvPr/>
        </p:nvSpPr>
        <p:spPr>
          <a:xfrm>
            <a:off x="6793850" y="2741147"/>
            <a:ext cx="4071507" cy="311899"/>
          </a:xfrm>
          <a:prstGeom prst="rect">
            <a:avLst/>
          </a:prstGeom>
        </p:spPr>
        <p:txBody>
          <a:bodyPr vert="horz" rtlCol="0" anchor="ctr" anchorCtr="0">
            <a:noAutofit/>
          </a:bodyPr>
          <a:lstStyle/>
          <a:p>
            <a:pPr algn="l">
              <a:lnSpc>
                <a:spcPct val="100000"/>
              </a:lnSpc>
            </a:pPr>
            <a:r>
              <a:rPr lang="zh-CN" altLang="en-US" b="0" i="0" dirty="0">
                <a:solidFill>
                  <a:schemeClr val="bg1">
                    <a:lumMod val="65000"/>
                  </a:schemeClr>
                </a:solidFill>
                <a:latin typeface="+mj-ea"/>
                <a:ea typeface="+mj-ea"/>
              </a:rPr>
              <a:t>这里填写您需要的文字</a:t>
            </a:r>
            <a:endParaRPr lang="zh-CN" altLang="en-US" sz="1000" dirty="0">
              <a:solidFill>
                <a:schemeClr val="bg1">
                  <a:lumMod val="65000"/>
                </a:schemeClr>
              </a:solidFill>
              <a:latin typeface="+mj-ea"/>
              <a:ea typeface="+mj-ea"/>
            </a:endParaRPr>
          </a:p>
        </p:txBody>
      </p:sp>
      <p:sp>
        <p:nvSpPr>
          <p:cNvPr id="12" name="Object 1109"/>
          <p:cNvSpPr txBox="1"/>
          <p:nvPr/>
        </p:nvSpPr>
        <p:spPr>
          <a:xfrm>
            <a:off x="6841262" y="4397559"/>
            <a:ext cx="3098662" cy="435208"/>
          </a:xfrm>
          <a:prstGeom prst="rect">
            <a:avLst/>
          </a:prstGeom>
        </p:spPr>
        <p:txBody>
          <a:bodyPr vert="horz" rtlCol="0" anchor="ctr" anchorCtr="0">
            <a:noAutofit/>
          </a:bodyPr>
          <a:lstStyle/>
          <a:p>
            <a:pPr algn="l">
              <a:lnSpc>
                <a:spcPct val="100000"/>
              </a:lnSpc>
            </a:pPr>
            <a:r>
              <a:rPr lang="zh-CN" altLang="en-US" sz="2800" b="0" i="0" dirty="0">
                <a:solidFill>
                  <a:schemeClr val="bg1"/>
                </a:solidFill>
                <a:latin typeface="+mj-ea"/>
                <a:ea typeface="+mj-ea"/>
              </a:rPr>
              <a:t>填写副标题</a:t>
            </a:r>
            <a:endParaRPr lang="zh-CN" altLang="en-US" sz="1000" dirty="0">
              <a:solidFill>
                <a:schemeClr val="bg1"/>
              </a:solidFill>
              <a:latin typeface="+mj-ea"/>
              <a:ea typeface="+mj-ea"/>
            </a:endParaRPr>
          </a:p>
        </p:txBody>
      </p:sp>
      <p:sp>
        <p:nvSpPr>
          <p:cNvPr id="13" name="Object 11010"/>
          <p:cNvSpPr txBox="1"/>
          <p:nvPr/>
        </p:nvSpPr>
        <p:spPr>
          <a:xfrm>
            <a:off x="6873718" y="4949770"/>
            <a:ext cx="4071507" cy="311899"/>
          </a:xfrm>
          <a:prstGeom prst="rect">
            <a:avLst/>
          </a:prstGeom>
        </p:spPr>
        <p:txBody>
          <a:bodyPr vert="horz" rtlCol="0" anchor="ctr" anchorCtr="0">
            <a:noAutofit/>
          </a:bodyPr>
          <a:lstStyle/>
          <a:p>
            <a:r>
              <a:rPr lang="zh-CN" altLang="en-US" dirty="0">
                <a:solidFill>
                  <a:schemeClr val="accent1">
                    <a:lumMod val="20000"/>
                    <a:lumOff val="80000"/>
                  </a:schemeClr>
                </a:solidFill>
                <a:latin typeface="+mj-ea"/>
              </a:rPr>
              <a:t>这里填写您需要的文字</a:t>
            </a:r>
            <a:endParaRPr lang="zh-CN" altLang="en-US" sz="1000" dirty="0">
              <a:solidFill>
                <a:schemeClr val="accent1">
                  <a:lumMod val="20000"/>
                  <a:lumOff val="80000"/>
                </a:schemeClr>
              </a:solidFill>
              <a:latin typeface="+mj-ea"/>
            </a:endParaRPr>
          </a:p>
        </p:txBody>
      </p:sp>
      <p:sp>
        <p:nvSpPr>
          <p:cNvPr id="17" name="Object 11014"/>
          <p:cNvSpPr txBox="1"/>
          <p:nvPr/>
        </p:nvSpPr>
        <p:spPr>
          <a:xfrm>
            <a:off x="1549519" y="4397559"/>
            <a:ext cx="3098662" cy="435209"/>
          </a:xfrm>
          <a:prstGeom prst="rect">
            <a:avLst/>
          </a:prstGeom>
        </p:spPr>
        <p:txBody>
          <a:bodyPr vert="horz" rtlCol="0" anchor="ctr" anchorCtr="0">
            <a:noAutofit/>
          </a:bodyPr>
          <a:lstStyle/>
          <a:p>
            <a:r>
              <a:rPr lang="zh-CN" altLang="en-US" sz="2800" dirty="0">
                <a:solidFill>
                  <a:schemeClr val="tx1">
                    <a:lumMod val="75000"/>
                    <a:lumOff val="25000"/>
                  </a:schemeClr>
                </a:solidFill>
                <a:latin typeface="+mj-ea"/>
              </a:rPr>
              <a:t>填写副标题</a:t>
            </a:r>
            <a:endParaRPr lang="zh-CN" altLang="en-US" sz="1000" dirty="0">
              <a:solidFill>
                <a:schemeClr val="tx1">
                  <a:lumMod val="75000"/>
                  <a:lumOff val="25000"/>
                </a:schemeClr>
              </a:solidFill>
              <a:latin typeface="+mj-ea"/>
            </a:endParaRPr>
          </a:p>
        </p:txBody>
      </p:sp>
      <p:sp>
        <p:nvSpPr>
          <p:cNvPr id="18" name="Object 11015"/>
          <p:cNvSpPr txBox="1"/>
          <p:nvPr/>
        </p:nvSpPr>
        <p:spPr>
          <a:xfrm>
            <a:off x="1583207" y="4955659"/>
            <a:ext cx="4062743" cy="311899"/>
          </a:xfrm>
          <a:prstGeom prst="rect">
            <a:avLst/>
          </a:prstGeom>
        </p:spPr>
        <p:txBody>
          <a:bodyPr vert="horz" rtlCol="0" anchor="ctr" anchorCtr="0">
            <a:noAutofit/>
          </a:bodyPr>
          <a:lstStyle/>
          <a:p>
            <a:r>
              <a:rPr lang="zh-CN" altLang="en-US" dirty="0">
                <a:solidFill>
                  <a:schemeClr val="bg1">
                    <a:lumMod val="65000"/>
                  </a:schemeClr>
                </a:solidFill>
                <a:latin typeface="+mj-ea"/>
              </a:rPr>
              <a:t>这里填写您需要的文字</a:t>
            </a:r>
            <a:endParaRPr lang="zh-CN" altLang="en-US" sz="1000" dirty="0">
              <a:solidFill>
                <a:schemeClr val="bg1">
                  <a:lumMod val="65000"/>
                </a:schemeClr>
              </a:solidFill>
              <a:latin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图文混排版式</a:t>
            </a:r>
            <a:r>
              <a:rPr lang="zh-CN" altLang="en-US" b="0" dirty="0"/>
              <a:t>（一）</a:t>
            </a:r>
          </a:p>
        </p:txBody>
      </p:sp>
      <p:sp>
        <p:nvSpPr>
          <p:cNvPr id="3" name="灯片编号占位符 2"/>
          <p:cNvSpPr>
            <a:spLocks noGrp="1"/>
          </p:cNvSpPr>
          <p:nvPr>
            <p:ph type="sldNum" sz="quarter" idx="4"/>
          </p:nvPr>
        </p:nvSpPr>
        <p:spPr/>
        <p:txBody>
          <a:bodyPr/>
          <a:lstStyle/>
          <a:p>
            <a:fld id="{548644C6-89F0-466C-949F-E70AD72679A8}" type="slidenum">
              <a:rPr lang="zh-CN" altLang="en-US" smtClean="0"/>
              <a:t>12</a:t>
            </a:fld>
            <a:endParaRPr lang="zh-CN" altLang="en-US"/>
          </a:p>
        </p:txBody>
      </p:sp>
      <p:sp>
        <p:nvSpPr>
          <p:cNvPr id="2" name="文本占位符 1"/>
          <p:cNvSpPr>
            <a:spLocks noGrp="1"/>
          </p:cNvSpPr>
          <p:nvPr>
            <p:ph type="body" sz="quarter" idx="4294967295"/>
          </p:nvPr>
        </p:nvSpPr>
        <p:spPr>
          <a:xfrm>
            <a:off x="812800" y="1186177"/>
            <a:ext cx="10677236" cy="979920"/>
          </a:xfrm>
          <a:prstGeom prst="rect">
            <a:avLst/>
          </a:prstGeom>
        </p:spPr>
        <p:txBody>
          <a:bodyPr/>
          <a:lstStyle/>
          <a:p>
            <a:pPr marL="0" indent="0">
              <a:lnSpc>
                <a:spcPct val="120000"/>
              </a:lnSpc>
              <a:buNone/>
            </a:pPr>
            <a:r>
              <a:rPr lang="zh-CN" altLang="en-US" sz="1800" b="1" dirty="0">
                <a:solidFill>
                  <a:srgbClr val="A62038"/>
                </a:solidFill>
              </a:rPr>
              <a:t>可在此处添加您的文字</a:t>
            </a:r>
            <a:r>
              <a:rPr lang="zh-CN" altLang="en-US" sz="1800" b="0" dirty="0">
                <a:solidFill>
                  <a:schemeClr val="bg2">
                    <a:lumMod val="50000"/>
                  </a:schemeClr>
                </a:solidFill>
              </a:rPr>
              <a:t>可在此处添加您的文字可在此处添加您的文字可在此处添加您的文字可在此处添加您的</a:t>
            </a:r>
            <a:r>
              <a:rPr lang="zh-CN" altLang="en-US" sz="1800" dirty="0">
                <a:solidFill>
                  <a:schemeClr val="bg2">
                    <a:lumMod val="50000"/>
                  </a:schemeClr>
                </a:solidFill>
              </a:rPr>
              <a:t>文字可在此处添加您的文字可在此处添加您的文字可在此处添加您的文字可在此处添加您的文字可在此处添加您的文字可在此处添加您的文字。</a:t>
            </a:r>
            <a:endParaRPr lang="en-US" altLang="zh-CN" sz="1800" b="0" dirty="0">
              <a:solidFill>
                <a:schemeClr val="bg2">
                  <a:lumMod val="50000"/>
                </a:schemeClr>
              </a:solidFill>
            </a:endParaRP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555" y="2352083"/>
            <a:ext cx="10323894" cy="3703696"/>
          </a:xfrm>
          <a:prstGeom prst="roundRect">
            <a:avLst>
              <a:gd name="adj" fmla="val 0"/>
            </a:avLst>
          </a:prstGeom>
          <a:solidFill>
            <a:srgbClr val="FFFFFF">
              <a:shade val="85000"/>
            </a:srgbClr>
          </a:solidFill>
          <a:ln>
            <a:noFill/>
          </a:ln>
          <a:effectLst/>
        </p:spPr>
      </p:pic>
      <p:sp>
        <p:nvSpPr>
          <p:cNvPr id="7" name="矩形: 一个圆顶角，剪去另一个顶角 6"/>
          <p:cNvSpPr/>
          <p:nvPr/>
        </p:nvSpPr>
        <p:spPr>
          <a:xfrm rot="16200000">
            <a:off x="-845646" y="4124283"/>
            <a:ext cx="3703697" cy="159295"/>
          </a:xfrm>
          <a:prstGeom prst="snipRoundRect">
            <a:avLst>
              <a:gd name="adj1" fmla="val 0"/>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一个圆顶角，剪去另一个顶角 9"/>
          <p:cNvSpPr/>
          <p:nvPr/>
        </p:nvSpPr>
        <p:spPr>
          <a:xfrm rot="16200000">
            <a:off x="6309023" y="892543"/>
            <a:ext cx="4199910" cy="5533703"/>
          </a:xfrm>
          <a:prstGeom prst="snipRoundRect">
            <a:avLst>
              <a:gd name="adj1" fmla="val 0"/>
              <a:gd name="adj2" fmla="val 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1"/>
          </p:nvPr>
        </p:nvSpPr>
        <p:spPr/>
        <p:txBody>
          <a:bodyPr/>
          <a:lstStyle/>
          <a:p>
            <a:r>
              <a:rPr lang="zh-CN" altLang="en-US" dirty="0"/>
              <a:t>图文混排版式</a:t>
            </a:r>
            <a:r>
              <a:rPr lang="zh-CN" altLang="en-US" b="0" dirty="0"/>
              <a:t>（二）</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13</a:t>
            </a:fld>
            <a:endParaRPr lang="zh-CN" altLang="en-US"/>
          </a:p>
        </p:txBody>
      </p:sp>
      <p:pic>
        <p:nvPicPr>
          <p:cNvPr id="11" name="图片 10"/>
          <p:cNvPicPr>
            <a:picLocks noChangeAspect="1"/>
          </p:cNvPicPr>
          <p:nvPr/>
        </p:nvPicPr>
        <p:blipFill>
          <a:blip r:embed="rId3" cstate="screen"/>
          <a:stretch>
            <a:fillRect/>
          </a:stretch>
        </p:blipFill>
        <p:spPr>
          <a:xfrm>
            <a:off x="1016171" y="1559441"/>
            <a:ext cx="4531990" cy="4219635"/>
          </a:xfrm>
          <a:prstGeom prst="rect">
            <a:avLst/>
          </a:prstGeom>
        </p:spPr>
      </p:pic>
      <p:sp>
        <p:nvSpPr>
          <p:cNvPr id="33" name="Object 4013"/>
          <p:cNvSpPr txBox="1"/>
          <p:nvPr/>
        </p:nvSpPr>
        <p:spPr>
          <a:xfrm>
            <a:off x="6879000" y="1837334"/>
            <a:ext cx="3974801" cy="520858"/>
          </a:xfrm>
          <a:prstGeom prst="rect">
            <a:avLst/>
          </a:prstGeom>
        </p:spPr>
        <p:txBody>
          <a:bodyPr vert="horz" rtlCol="0" anchor="ctr" anchorCtr="0">
            <a:noAutofit/>
          </a:bodyPr>
          <a:lstStyle/>
          <a:p>
            <a:pPr>
              <a:lnSpc>
                <a:spcPct val="96000"/>
              </a:lnSpc>
            </a:pPr>
            <a:r>
              <a:rPr lang="zh-CN" altLang="en-US" sz="2400" b="1" dirty="0">
                <a:solidFill>
                  <a:srgbClr val="A62038"/>
                </a:solidFill>
                <a:latin typeface="+mj-ea"/>
                <a:ea typeface="+mj-ea"/>
              </a:rPr>
              <a:t>在此添加段落要点</a:t>
            </a:r>
            <a:endParaRPr lang="zh-CN" altLang="en-US" sz="1100" b="1" dirty="0">
              <a:solidFill>
                <a:srgbClr val="A62038"/>
              </a:solidFill>
              <a:latin typeface="+mj-ea"/>
              <a:ea typeface="+mj-ea"/>
            </a:endParaRPr>
          </a:p>
        </p:txBody>
      </p:sp>
      <p:sp>
        <p:nvSpPr>
          <p:cNvPr id="34" name="Object 4014"/>
          <p:cNvSpPr txBox="1"/>
          <p:nvPr/>
        </p:nvSpPr>
        <p:spPr>
          <a:xfrm>
            <a:off x="6383865" y="2702919"/>
            <a:ext cx="4211370" cy="2381725"/>
          </a:xfrm>
          <a:prstGeom prst="rect">
            <a:avLst/>
          </a:prstGeom>
        </p:spPr>
        <p:txBody>
          <a:bodyPr vert="horz" rtlCol="0" anchor="t" anchorCtr="0">
            <a:noAutofit/>
          </a:bodyPr>
          <a:lstStyle/>
          <a:p>
            <a:pPr algn="just">
              <a:lnSpc>
                <a:spcPct val="130000"/>
              </a:lnSpc>
              <a:spcBef>
                <a:spcPts val="600"/>
              </a:spcBef>
            </a:pPr>
            <a:r>
              <a:rPr lang="zh-CN" altLang="en-US"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a:t>
            </a:r>
            <a:endParaRPr lang="en-US" altLang="zh-CN" dirty="0">
              <a:solidFill>
                <a:schemeClr val="bg1">
                  <a:lumMod val="50000"/>
                </a:schemeClr>
              </a:solidFill>
              <a:latin typeface="+mj-ea"/>
            </a:endParaRPr>
          </a:p>
          <a:p>
            <a:pPr algn="just">
              <a:lnSpc>
                <a:spcPct val="130000"/>
              </a:lnSpc>
              <a:spcBef>
                <a:spcPts val="600"/>
              </a:spcBef>
            </a:pPr>
            <a:r>
              <a:rPr lang="zh-CN" altLang="en-US" dirty="0">
                <a:solidFill>
                  <a:schemeClr val="bg1">
                    <a:lumMod val="50000"/>
                  </a:schemeClr>
                </a:solidFill>
                <a:latin typeface="+mj-ea"/>
              </a:rPr>
              <a:t>在此添加您需要的文字。在此添加您需要的文字。</a:t>
            </a:r>
          </a:p>
        </p:txBody>
      </p:sp>
      <p:sp>
        <p:nvSpPr>
          <p:cNvPr id="35" name="Freeform 56"/>
          <p:cNvSpPr>
            <a:spLocks noEditPoints="1"/>
          </p:cNvSpPr>
          <p:nvPr/>
        </p:nvSpPr>
        <p:spPr bwMode="auto">
          <a:xfrm>
            <a:off x="6266130" y="1811934"/>
            <a:ext cx="532529" cy="520858"/>
          </a:xfrm>
          <a:custGeom>
            <a:avLst/>
            <a:gdLst>
              <a:gd name="T0" fmla="*/ 181 w 185"/>
              <a:gd name="T1" fmla="*/ 3 h 184"/>
              <a:gd name="T2" fmla="*/ 172 w 185"/>
              <a:gd name="T3" fmla="*/ 0 h 184"/>
              <a:gd name="T4" fmla="*/ 164 w 185"/>
              <a:gd name="T5" fmla="*/ 3 h 184"/>
              <a:gd name="T6" fmla="*/ 128 w 185"/>
              <a:gd name="T7" fmla="*/ 38 h 184"/>
              <a:gd name="T8" fmla="*/ 128 w 185"/>
              <a:gd name="T9" fmla="*/ 32 h 184"/>
              <a:gd name="T10" fmla="*/ 0 w 185"/>
              <a:gd name="T11" fmla="*/ 32 h 184"/>
              <a:gd name="T12" fmla="*/ 0 w 185"/>
              <a:gd name="T13" fmla="*/ 184 h 184"/>
              <a:gd name="T14" fmla="*/ 152 w 185"/>
              <a:gd name="T15" fmla="*/ 184 h 184"/>
              <a:gd name="T16" fmla="*/ 152 w 185"/>
              <a:gd name="T17" fmla="*/ 56 h 184"/>
              <a:gd name="T18" fmla="*/ 145 w 185"/>
              <a:gd name="T19" fmla="*/ 56 h 184"/>
              <a:gd name="T20" fmla="*/ 181 w 185"/>
              <a:gd name="T21" fmla="*/ 20 h 184"/>
              <a:gd name="T22" fmla="*/ 181 w 185"/>
              <a:gd name="T23" fmla="*/ 3 h 184"/>
              <a:gd name="T24" fmla="*/ 144 w 185"/>
              <a:gd name="T25" fmla="*/ 176 h 184"/>
              <a:gd name="T26" fmla="*/ 8 w 185"/>
              <a:gd name="T27" fmla="*/ 176 h 184"/>
              <a:gd name="T28" fmla="*/ 8 w 185"/>
              <a:gd name="T29" fmla="*/ 40 h 184"/>
              <a:gd name="T30" fmla="*/ 127 w 185"/>
              <a:gd name="T31" fmla="*/ 40 h 184"/>
              <a:gd name="T32" fmla="*/ 64 w 185"/>
              <a:gd name="T33" fmla="*/ 102 h 184"/>
              <a:gd name="T34" fmla="*/ 64 w 185"/>
              <a:gd name="T35" fmla="*/ 120 h 184"/>
              <a:gd name="T36" fmla="*/ 81 w 185"/>
              <a:gd name="T37" fmla="*/ 120 h 184"/>
              <a:gd name="T38" fmla="*/ 144 w 185"/>
              <a:gd name="T39" fmla="*/ 56 h 184"/>
              <a:gd name="T40" fmla="*/ 144 w 185"/>
              <a:gd name="T41" fmla="*/ 176 h 184"/>
              <a:gd name="T42" fmla="*/ 175 w 185"/>
              <a:gd name="T43" fmla="*/ 14 h 184"/>
              <a:gd name="T44" fmla="*/ 78 w 185"/>
              <a:gd name="T45" fmla="*/ 112 h 184"/>
              <a:gd name="T46" fmla="*/ 72 w 185"/>
              <a:gd name="T47" fmla="*/ 112 h 184"/>
              <a:gd name="T48" fmla="*/ 72 w 185"/>
              <a:gd name="T49" fmla="*/ 106 h 184"/>
              <a:gd name="T50" fmla="*/ 169 w 185"/>
              <a:gd name="T51" fmla="*/ 9 h 184"/>
              <a:gd name="T52" fmla="*/ 172 w 185"/>
              <a:gd name="T53" fmla="*/ 8 h 184"/>
              <a:gd name="T54" fmla="*/ 175 w 185"/>
              <a:gd name="T55" fmla="*/ 9 h 184"/>
              <a:gd name="T56" fmla="*/ 176 w 185"/>
              <a:gd name="T57" fmla="*/ 12 h 184"/>
              <a:gd name="T58" fmla="*/ 175 w 185"/>
              <a:gd name="T59" fmla="*/ 1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 h="184">
                <a:moveTo>
                  <a:pt x="181" y="3"/>
                </a:moveTo>
                <a:cubicBezTo>
                  <a:pt x="178" y="1"/>
                  <a:pt x="175" y="0"/>
                  <a:pt x="172" y="0"/>
                </a:cubicBezTo>
                <a:cubicBezTo>
                  <a:pt x="169" y="0"/>
                  <a:pt x="166" y="1"/>
                  <a:pt x="164" y="3"/>
                </a:cubicBezTo>
                <a:cubicBezTo>
                  <a:pt x="128" y="38"/>
                  <a:pt x="128" y="38"/>
                  <a:pt x="128" y="38"/>
                </a:cubicBezTo>
                <a:cubicBezTo>
                  <a:pt x="128" y="32"/>
                  <a:pt x="128" y="32"/>
                  <a:pt x="128" y="32"/>
                </a:cubicBezTo>
                <a:cubicBezTo>
                  <a:pt x="0" y="32"/>
                  <a:pt x="0" y="32"/>
                  <a:pt x="0" y="32"/>
                </a:cubicBezTo>
                <a:cubicBezTo>
                  <a:pt x="0" y="184"/>
                  <a:pt x="0" y="184"/>
                  <a:pt x="0" y="184"/>
                </a:cubicBezTo>
                <a:cubicBezTo>
                  <a:pt x="152" y="184"/>
                  <a:pt x="152" y="184"/>
                  <a:pt x="152" y="184"/>
                </a:cubicBezTo>
                <a:cubicBezTo>
                  <a:pt x="152" y="56"/>
                  <a:pt x="152" y="56"/>
                  <a:pt x="152" y="56"/>
                </a:cubicBezTo>
                <a:cubicBezTo>
                  <a:pt x="145" y="56"/>
                  <a:pt x="145" y="56"/>
                  <a:pt x="145" y="56"/>
                </a:cubicBezTo>
                <a:cubicBezTo>
                  <a:pt x="181" y="20"/>
                  <a:pt x="181" y="20"/>
                  <a:pt x="181" y="20"/>
                </a:cubicBezTo>
                <a:cubicBezTo>
                  <a:pt x="185" y="15"/>
                  <a:pt x="185" y="8"/>
                  <a:pt x="181" y="3"/>
                </a:cubicBezTo>
                <a:close/>
                <a:moveTo>
                  <a:pt x="144" y="176"/>
                </a:moveTo>
                <a:cubicBezTo>
                  <a:pt x="8" y="176"/>
                  <a:pt x="8" y="176"/>
                  <a:pt x="8" y="176"/>
                </a:cubicBezTo>
                <a:cubicBezTo>
                  <a:pt x="8" y="40"/>
                  <a:pt x="8" y="40"/>
                  <a:pt x="8" y="40"/>
                </a:cubicBezTo>
                <a:cubicBezTo>
                  <a:pt x="127" y="40"/>
                  <a:pt x="127" y="40"/>
                  <a:pt x="127" y="40"/>
                </a:cubicBezTo>
                <a:cubicBezTo>
                  <a:pt x="64" y="102"/>
                  <a:pt x="64" y="102"/>
                  <a:pt x="64" y="102"/>
                </a:cubicBezTo>
                <a:cubicBezTo>
                  <a:pt x="64" y="120"/>
                  <a:pt x="64" y="120"/>
                  <a:pt x="64" y="120"/>
                </a:cubicBezTo>
                <a:cubicBezTo>
                  <a:pt x="81" y="120"/>
                  <a:pt x="81" y="120"/>
                  <a:pt x="81" y="120"/>
                </a:cubicBezTo>
                <a:cubicBezTo>
                  <a:pt x="144" y="56"/>
                  <a:pt x="144" y="56"/>
                  <a:pt x="144" y="56"/>
                </a:cubicBezTo>
                <a:lnTo>
                  <a:pt x="144" y="176"/>
                </a:lnTo>
                <a:close/>
                <a:moveTo>
                  <a:pt x="175" y="14"/>
                </a:moveTo>
                <a:cubicBezTo>
                  <a:pt x="78" y="112"/>
                  <a:pt x="78" y="112"/>
                  <a:pt x="78" y="112"/>
                </a:cubicBezTo>
                <a:cubicBezTo>
                  <a:pt x="72" y="112"/>
                  <a:pt x="72" y="112"/>
                  <a:pt x="72" y="112"/>
                </a:cubicBezTo>
                <a:cubicBezTo>
                  <a:pt x="72" y="106"/>
                  <a:pt x="72" y="106"/>
                  <a:pt x="72" y="106"/>
                </a:cubicBezTo>
                <a:cubicBezTo>
                  <a:pt x="169" y="9"/>
                  <a:pt x="169" y="9"/>
                  <a:pt x="169" y="9"/>
                </a:cubicBezTo>
                <a:cubicBezTo>
                  <a:pt x="170" y="8"/>
                  <a:pt x="172" y="8"/>
                  <a:pt x="172" y="8"/>
                </a:cubicBezTo>
                <a:cubicBezTo>
                  <a:pt x="173" y="8"/>
                  <a:pt x="174" y="8"/>
                  <a:pt x="175" y="9"/>
                </a:cubicBezTo>
                <a:cubicBezTo>
                  <a:pt x="176" y="10"/>
                  <a:pt x="176" y="11"/>
                  <a:pt x="176" y="12"/>
                </a:cubicBezTo>
                <a:cubicBezTo>
                  <a:pt x="176" y="12"/>
                  <a:pt x="176" y="13"/>
                  <a:pt x="175" y="1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p>
        </p:txBody>
      </p:sp>
      <p:sp>
        <p:nvSpPr>
          <p:cNvPr id="36" name="半闭框 35"/>
          <p:cNvSpPr/>
          <p:nvPr/>
        </p:nvSpPr>
        <p:spPr>
          <a:xfrm rot="10800000">
            <a:off x="10853801" y="5429371"/>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ct 4014"/>
          <p:cNvSpPr txBox="1"/>
          <p:nvPr/>
        </p:nvSpPr>
        <p:spPr>
          <a:xfrm>
            <a:off x="1172653" y="2105943"/>
            <a:ext cx="4396874" cy="2381725"/>
          </a:xfrm>
          <a:prstGeom prst="rect">
            <a:avLst/>
          </a:prstGeom>
        </p:spPr>
        <p:txBody>
          <a:bodyPr vert="horz" rtlCol="0" anchor="t" anchorCtr="0">
            <a:noAutofit/>
          </a:bodyPr>
          <a:lstStyle/>
          <a:p>
            <a:pPr algn="just">
              <a:lnSpc>
                <a:spcPct val="130000"/>
              </a:lnSpc>
              <a:spcBef>
                <a:spcPts val="600"/>
              </a:spcBef>
            </a:pPr>
            <a:r>
              <a:rPr lang="zh-CN" altLang="en-US"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在此添加您需要的文字。在此添加您需要的文字。</a:t>
            </a:r>
            <a:endParaRPr lang="en-US" altLang="zh-CN" dirty="0">
              <a:solidFill>
                <a:schemeClr val="bg1">
                  <a:lumMod val="50000"/>
                </a:schemeClr>
              </a:solidFill>
              <a:latin typeface="+mj-ea"/>
            </a:endParaRPr>
          </a:p>
          <a:p>
            <a:pPr algn="just">
              <a:lnSpc>
                <a:spcPct val="130000"/>
              </a:lnSpc>
              <a:spcBef>
                <a:spcPts val="600"/>
              </a:spcBef>
            </a:pPr>
            <a:r>
              <a:rPr lang="zh-CN" altLang="en-US" dirty="0">
                <a:solidFill>
                  <a:schemeClr val="bg1">
                    <a:lumMod val="50000"/>
                  </a:schemeClr>
                </a:solidFill>
                <a:latin typeface="+mj-ea"/>
              </a:rPr>
              <a:t>在此添加您需要的文字。在此添加您需要的文字。</a:t>
            </a:r>
          </a:p>
        </p:txBody>
      </p:sp>
      <p:pic>
        <p:nvPicPr>
          <p:cNvPr id="22" name="图片 21"/>
          <p:cNvPicPr>
            <a:picLocks noChangeAspect="1"/>
          </p:cNvPicPr>
          <p:nvPr/>
        </p:nvPicPr>
        <p:blipFill rotWithShape="1">
          <a:blip r:embed="rId3" cstate="screen"/>
          <a:srcRect/>
          <a:stretch>
            <a:fillRect/>
          </a:stretch>
        </p:blipFill>
        <p:spPr>
          <a:xfrm>
            <a:off x="9004377" y="3933922"/>
            <a:ext cx="1848715" cy="1848715"/>
          </a:xfrm>
          <a:prstGeom prst="rect">
            <a:avLst/>
          </a:prstGeom>
        </p:spPr>
      </p:pic>
      <p:pic>
        <p:nvPicPr>
          <p:cNvPr id="8" name="图片 7"/>
          <p:cNvPicPr>
            <a:picLocks noChangeAspect="1"/>
          </p:cNvPicPr>
          <p:nvPr/>
        </p:nvPicPr>
        <p:blipFill rotWithShape="1">
          <a:blip r:embed="rId4" cstate="screen"/>
          <a:srcRect/>
          <a:stretch>
            <a:fillRect/>
          </a:stretch>
        </p:blipFill>
        <p:spPr>
          <a:xfrm>
            <a:off x="6465456" y="1395001"/>
            <a:ext cx="2496611" cy="2496610"/>
          </a:xfrm>
          <a:prstGeom prst="rect">
            <a:avLst/>
          </a:prstGeom>
        </p:spPr>
      </p:pic>
      <p:sp>
        <p:nvSpPr>
          <p:cNvPr id="29" name="矩形 28"/>
          <p:cNvSpPr/>
          <p:nvPr/>
        </p:nvSpPr>
        <p:spPr>
          <a:xfrm>
            <a:off x="6465456" y="3933922"/>
            <a:ext cx="2496611" cy="18487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Object 4013"/>
          <p:cNvSpPr txBox="1"/>
          <p:nvPr/>
        </p:nvSpPr>
        <p:spPr>
          <a:xfrm>
            <a:off x="6915390" y="3201767"/>
            <a:ext cx="1596742" cy="474000"/>
          </a:xfrm>
          <a:prstGeom prst="rect">
            <a:avLst/>
          </a:prstGeom>
        </p:spPr>
        <p:txBody>
          <a:bodyPr vert="horz" rtlCol="0" anchor="ctr" anchorCtr="0">
            <a:noAutofit/>
          </a:bodyPr>
          <a:lstStyle/>
          <a:p>
            <a:pPr algn="dist"/>
            <a:r>
              <a:rPr lang="en-US" altLang="zh-CN" sz="1200" dirty="0">
                <a:solidFill>
                  <a:schemeClr val="bg1"/>
                </a:solidFill>
              </a:rPr>
              <a:t>SJTU</a:t>
            </a:r>
            <a:endParaRPr lang="zh-CN" altLang="en-US" sz="1200" dirty="0">
              <a:solidFill>
                <a:schemeClr val="bg1"/>
              </a:solidFill>
            </a:endParaRPr>
          </a:p>
        </p:txBody>
      </p:sp>
      <p:cxnSp>
        <p:nvCxnSpPr>
          <p:cNvPr id="27" name="直接连接符 26"/>
          <p:cNvCxnSpPr/>
          <p:nvPr/>
        </p:nvCxnSpPr>
        <p:spPr>
          <a:xfrm>
            <a:off x="1163640" y="1897263"/>
            <a:ext cx="3578028"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sp>
        <p:nvSpPr>
          <p:cNvPr id="43" name="文本占位符 42"/>
          <p:cNvSpPr>
            <a:spLocks noGrp="1"/>
          </p:cNvSpPr>
          <p:nvPr>
            <p:ph type="body" sz="quarter" idx="11"/>
          </p:nvPr>
        </p:nvSpPr>
        <p:spPr/>
        <p:txBody>
          <a:bodyPr/>
          <a:lstStyle/>
          <a:p>
            <a:r>
              <a:rPr lang="zh-CN" altLang="en-US" dirty="0"/>
              <a:t>图文混排版式</a:t>
            </a:r>
            <a:r>
              <a:rPr lang="zh-CN" altLang="en-US" b="0" dirty="0"/>
              <a:t>（三）</a:t>
            </a:r>
          </a:p>
        </p:txBody>
      </p:sp>
      <p:sp>
        <p:nvSpPr>
          <p:cNvPr id="37" name="灯片编号占位符 36"/>
          <p:cNvSpPr>
            <a:spLocks noGrp="1"/>
          </p:cNvSpPr>
          <p:nvPr>
            <p:ph type="sldNum" sz="quarter" idx="4"/>
          </p:nvPr>
        </p:nvSpPr>
        <p:spPr/>
        <p:txBody>
          <a:bodyPr/>
          <a:lstStyle/>
          <a:p>
            <a:fld id="{548644C6-89F0-466C-949F-E70AD72679A8}" type="slidenum">
              <a:rPr lang="zh-CN" altLang="en-US" smtClean="0"/>
              <a:t>14</a:t>
            </a:fld>
            <a:endParaRPr lang="zh-CN" altLang="en-US"/>
          </a:p>
        </p:txBody>
      </p:sp>
      <p:sp>
        <p:nvSpPr>
          <p:cNvPr id="4" name="矩形 3"/>
          <p:cNvSpPr/>
          <p:nvPr/>
        </p:nvSpPr>
        <p:spPr>
          <a:xfrm>
            <a:off x="1163638" y="1372721"/>
            <a:ext cx="3578029" cy="461665"/>
          </a:xfrm>
          <a:prstGeom prst="rect">
            <a:avLst/>
          </a:prstGeom>
        </p:spPr>
        <p:txBody>
          <a:bodyPr wrap="square">
            <a:spAutoFit/>
          </a:bodyPr>
          <a:lstStyle/>
          <a:p>
            <a:pPr algn="dist"/>
            <a:r>
              <a:rPr lang="zh-CN" altLang="en-US" sz="2400" b="1" spc="600" dirty="0">
                <a:solidFill>
                  <a:srgbClr val="A62038"/>
                </a:solidFill>
              </a:rPr>
              <a:t>在这里，遇见交大</a:t>
            </a:r>
          </a:p>
        </p:txBody>
      </p:sp>
      <p:sp>
        <p:nvSpPr>
          <p:cNvPr id="14" name="矩形: 一个圆顶角，剪去另一个顶角 13"/>
          <p:cNvSpPr/>
          <p:nvPr/>
        </p:nvSpPr>
        <p:spPr>
          <a:xfrm rot="16200000">
            <a:off x="8680433" y="1718948"/>
            <a:ext cx="2496608" cy="1848716"/>
          </a:xfrm>
          <a:prstGeom prst="snipRoundRect">
            <a:avLst>
              <a:gd name="adj1" fmla="val 0"/>
              <a:gd name="adj2" fmla="val 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一个圆顶角，剪去另一个顶角 12"/>
          <p:cNvSpPr/>
          <p:nvPr/>
        </p:nvSpPr>
        <p:spPr>
          <a:xfrm rot="16200000">
            <a:off x="2232193" y="2327135"/>
            <a:ext cx="4498823" cy="2284120"/>
          </a:xfrm>
          <a:prstGeom prst="snipRoundRect">
            <a:avLst>
              <a:gd name="adj1" fmla="val 0"/>
              <a:gd name="adj2" fmla="val 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5"/>
          <p:cNvSpPr>
            <a:spLocks noGrp="1"/>
          </p:cNvSpPr>
          <p:nvPr>
            <p:ph type="body" sz="quarter" idx="11"/>
          </p:nvPr>
        </p:nvSpPr>
        <p:spPr/>
        <p:txBody>
          <a:bodyPr/>
          <a:lstStyle/>
          <a:p>
            <a:r>
              <a:rPr lang="zh-CN" altLang="en-US" dirty="0"/>
              <a:t>图文混排版式</a:t>
            </a:r>
            <a:r>
              <a:rPr lang="zh-CN" altLang="en-US" b="0" dirty="0"/>
              <a:t>（四）</a:t>
            </a:r>
          </a:p>
        </p:txBody>
      </p:sp>
      <p:sp>
        <p:nvSpPr>
          <p:cNvPr id="16" name="灯片编号占位符 15"/>
          <p:cNvSpPr>
            <a:spLocks noGrp="1"/>
          </p:cNvSpPr>
          <p:nvPr>
            <p:ph type="sldNum" sz="quarter" idx="4"/>
          </p:nvPr>
        </p:nvSpPr>
        <p:spPr/>
        <p:txBody>
          <a:bodyPr/>
          <a:lstStyle/>
          <a:p>
            <a:fld id="{548644C6-89F0-466C-949F-E70AD72679A8}" type="slidenum">
              <a:rPr lang="zh-CN" altLang="en-US" smtClean="0"/>
              <a:t>15</a:t>
            </a:fld>
            <a:endParaRPr lang="zh-CN" altLang="en-US"/>
          </a:p>
        </p:txBody>
      </p:sp>
      <p:sp>
        <p:nvSpPr>
          <p:cNvPr id="8" name="Object 4014"/>
          <p:cNvSpPr txBox="1"/>
          <p:nvPr/>
        </p:nvSpPr>
        <p:spPr>
          <a:xfrm>
            <a:off x="6177973" y="1139395"/>
            <a:ext cx="5524500" cy="4579210"/>
          </a:xfrm>
          <a:prstGeom prst="rect">
            <a:avLst/>
          </a:prstGeom>
        </p:spPr>
        <p:txBody>
          <a:bodyPr vert="horz" rtlCol="0" anchor="t" anchorCtr="0">
            <a:noAutofit/>
          </a:bodyPr>
          <a:lstStyle/>
          <a:p>
            <a:pPr algn="just">
              <a:lnSpc>
                <a:spcPct val="130000"/>
              </a:lnSpc>
              <a:spcBef>
                <a:spcPts val="600"/>
              </a:spcBef>
            </a:pPr>
            <a:r>
              <a:rPr lang="zh-CN" altLang="en-US" dirty="0">
                <a:solidFill>
                  <a:schemeClr val="bg1">
                    <a:lumMod val="50000"/>
                  </a:schemeClr>
                </a:solidFill>
                <a:latin typeface="+mj-ea"/>
              </a:rPr>
              <a:t>在此添加您需要的文字。在此添加您需要的文字。在此添加您需要在此添加您需要的文字。在此添加您的文字。</a:t>
            </a:r>
            <a:r>
              <a:rPr lang="zh-CN" altLang="en-US" dirty="0">
                <a:solidFill>
                  <a:srgbClr val="A62038"/>
                </a:solidFill>
                <a:latin typeface="+mj-ea"/>
              </a:rPr>
              <a:t>在此添加您需要的文字</a:t>
            </a:r>
            <a:r>
              <a:rPr lang="zh-CN" altLang="en-US" dirty="0">
                <a:solidFill>
                  <a:schemeClr val="bg1">
                    <a:lumMod val="50000"/>
                  </a:schemeClr>
                </a:solidFill>
                <a:latin typeface="+mj-ea"/>
              </a:rPr>
              <a:t>。在此添加您需要的文字。在此添加您需要的文字。在此添加您需要的文字。在此添加您需要的文字。在此添加您需要的文字。在此添加您需要的文字。在此添加您需要的文字。</a:t>
            </a:r>
            <a:endParaRPr lang="en-US" altLang="zh-CN" dirty="0">
              <a:solidFill>
                <a:schemeClr val="bg1">
                  <a:lumMod val="50000"/>
                </a:schemeClr>
              </a:solidFill>
              <a:latin typeface="+mj-ea"/>
            </a:endParaRPr>
          </a:p>
          <a:p>
            <a:pPr algn="just">
              <a:lnSpc>
                <a:spcPct val="130000"/>
              </a:lnSpc>
              <a:spcBef>
                <a:spcPts val="600"/>
              </a:spcBef>
            </a:pPr>
            <a:r>
              <a:rPr lang="zh-CN" altLang="en-US"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在此添加您需要的文字。在此添加您需要的文字。在此添加您需要在此添加您需要的文字。在此添加您的文字。在此添加您需要的文字。在此添加您需要的文字。在此添加您需要的文字。在此添加您需要的文字。</a:t>
            </a:r>
            <a:endParaRPr lang="en-US" altLang="zh-CN" dirty="0">
              <a:solidFill>
                <a:schemeClr val="bg1">
                  <a:lumMod val="50000"/>
                </a:schemeClr>
              </a:solidFill>
              <a:latin typeface="+mj-ea"/>
            </a:endParaRPr>
          </a:p>
          <a:p>
            <a:pPr algn="just">
              <a:lnSpc>
                <a:spcPct val="130000"/>
              </a:lnSpc>
              <a:spcBef>
                <a:spcPts val="600"/>
              </a:spcBef>
            </a:pPr>
            <a:r>
              <a:rPr lang="zh-CN" altLang="en-US" dirty="0">
                <a:solidFill>
                  <a:schemeClr val="bg1">
                    <a:lumMod val="50000"/>
                  </a:schemeClr>
                </a:solidFill>
                <a:latin typeface="+mj-ea"/>
              </a:rPr>
              <a:t>在此添加您需要的文字。在此添加您需要的文字。</a:t>
            </a:r>
            <a:endParaRPr lang="en-US" altLang="zh-CN" dirty="0">
              <a:solidFill>
                <a:schemeClr val="bg1">
                  <a:lumMod val="50000"/>
                </a:schemeClr>
              </a:solidFill>
              <a:latin typeface="+mj-ea"/>
            </a:endParaRPr>
          </a:p>
          <a:p>
            <a:pPr algn="just">
              <a:lnSpc>
                <a:spcPct val="130000"/>
              </a:lnSpc>
              <a:spcBef>
                <a:spcPts val="600"/>
              </a:spcBef>
            </a:pPr>
            <a:r>
              <a:rPr lang="zh-CN" altLang="en-US" dirty="0">
                <a:solidFill>
                  <a:schemeClr val="bg1">
                    <a:lumMod val="50000"/>
                  </a:schemeClr>
                </a:solidFill>
                <a:latin typeface="+mj-ea"/>
              </a:rPr>
              <a:t>在此添加您需要的文字。</a:t>
            </a:r>
          </a:p>
        </p:txBody>
      </p:sp>
      <p:sp>
        <p:nvSpPr>
          <p:cNvPr id="11" name="矩形 10"/>
          <p:cNvSpPr/>
          <p:nvPr/>
        </p:nvSpPr>
        <p:spPr>
          <a:xfrm>
            <a:off x="2362767" y="3167186"/>
            <a:ext cx="3260896" cy="25514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Object 4013"/>
          <p:cNvSpPr txBox="1"/>
          <p:nvPr/>
        </p:nvSpPr>
        <p:spPr>
          <a:xfrm>
            <a:off x="3463276" y="4579746"/>
            <a:ext cx="2016819" cy="598702"/>
          </a:xfrm>
          <a:prstGeom prst="rect">
            <a:avLst/>
          </a:prstGeom>
        </p:spPr>
        <p:txBody>
          <a:bodyPr vert="horz" rtlCol="0" anchor="ctr" anchorCtr="0">
            <a:noAutofit/>
          </a:bodyPr>
          <a:lstStyle/>
          <a:p>
            <a:pPr algn="dist"/>
            <a:r>
              <a:rPr lang="en-US" altLang="zh-CN" sz="1200" dirty="0">
                <a:solidFill>
                  <a:schemeClr val="bg1"/>
                </a:solidFill>
              </a:rPr>
              <a:t>SJTU</a:t>
            </a:r>
            <a:endParaRPr lang="zh-CN" altLang="en-US" sz="1200" dirty="0">
              <a:solidFill>
                <a:schemeClr val="bg1"/>
              </a:solidFill>
            </a:endParaRPr>
          </a:p>
        </p:txBody>
      </p:sp>
      <p:pic>
        <p:nvPicPr>
          <p:cNvPr id="10" name="图片 9"/>
          <p:cNvPicPr>
            <a:picLocks noChangeAspect="1"/>
          </p:cNvPicPr>
          <p:nvPr/>
        </p:nvPicPr>
        <p:blipFill rotWithShape="1">
          <a:blip r:embed="rId3" cstate="screen"/>
          <a:srcRect/>
          <a:stretch>
            <a:fillRect/>
          </a:stretch>
        </p:blipFill>
        <p:spPr>
          <a:xfrm>
            <a:off x="707644" y="1219783"/>
            <a:ext cx="2551421" cy="2551421"/>
          </a:xfrm>
          <a:prstGeom prst="rect">
            <a:avLst/>
          </a:prstGeom>
        </p:spPr>
      </p:pic>
      <p:pic>
        <p:nvPicPr>
          <p:cNvPr id="14" name="图片 13"/>
          <p:cNvPicPr>
            <a:picLocks noChangeAspect="1"/>
          </p:cNvPicPr>
          <p:nvPr/>
        </p:nvPicPr>
        <p:blipFill>
          <a:blip r:embed="rId4" cstate="screen"/>
          <a:stretch>
            <a:fillRect/>
          </a:stretch>
        </p:blipFill>
        <p:spPr>
          <a:xfrm>
            <a:off x="707644" y="3865062"/>
            <a:ext cx="1853543" cy="1853543"/>
          </a:xfrm>
          <a:prstGeom prst="rect">
            <a:avLst/>
          </a:prstGeom>
        </p:spPr>
      </p:pic>
      <p:sp>
        <p:nvSpPr>
          <p:cNvPr id="2" name="矩形 1"/>
          <p:cNvSpPr/>
          <p:nvPr/>
        </p:nvSpPr>
        <p:spPr>
          <a:xfrm>
            <a:off x="4084261" y="1794917"/>
            <a:ext cx="870885" cy="700576"/>
          </a:xfrm>
          <a:prstGeom prst="rect">
            <a:avLst/>
          </a:prstGeom>
        </p:spPr>
        <p:txBody>
          <a:bodyPr wrap="square">
            <a:spAutoFit/>
          </a:bodyPr>
          <a:lstStyle/>
          <a:p>
            <a:pPr algn="dist">
              <a:lnSpc>
                <a:spcPct val="150000"/>
              </a:lnSpc>
            </a:pPr>
            <a:r>
              <a:rPr lang="zh-CN" altLang="en-US" sz="1400" spc="600" dirty="0">
                <a:solidFill>
                  <a:srgbClr val="A62038"/>
                </a:solidFill>
              </a:rPr>
              <a:t>思 </a:t>
            </a:r>
            <a:endParaRPr lang="en-US" altLang="zh-CN" sz="1400" spc="600" dirty="0">
              <a:solidFill>
                <a:srgbClr val="A62038"/>
              </a:solidFill>
            </a:endParaRPr>
          </a:p>
          <a:p>
            <a:pPr algn="dist">
              <a:lnSpc>
                <a:spcPct val="150000"/>
              </a:lnSpc>
            </a:pPr>
            <a:r>
              <a:rPr lang="zh-CN" altLang="en-US" sz="1400" spc="600" dirty="0">
                <a:solidFill>
                  <a:srgbClr val="A62038"/>
                </a:solidFill>
              </a:rPr>
              <a:t>源</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cstate="screen"/>
          <a:srcRect/>
          <a:stretch>
            <a:fillRect/>
          </a:stretch>
        </p:blipFill>
        <p:spPr>
          <a:xfrm>
            <a:off x="1269741" y="1450340"/>
            <a:ext cx="1546695" cy="1546694"/>
          </a:xfrm>
          <a:prstGeom prst="ellipse">
            <a:avLst/>
          </a:prstGeom>
          <a:ln w="76200">
            <a:solidFill>
              <a:schemeClr val="bg1">
                <a:lumMod val="85000"/>
              </a:schemeClr>
            </a:solidFill>
          </a:ln>
        </p:spPr>
      </p:pic>
      <p:pic>
        <p:nvPicPr>
          <p:cNvPr id="3" name="图片 2"/>
          <p:cNvPicPr>
            <a:picLocks noChangeAspect="1"/>
          </p:cNvPicPr>
          <p:nvPr/>
        </p:nvPicPr>
        <p:blipFill rotWithShape="1">
          <a:blip r:embed="rId4" cstate="screen"/>
          <a:srcRect/>
          <a:stretch>
            <a:fillRect/>
          </a:stretch>
        </p:blipFill>
        <p:spPr>
          <a:xfrm>
            <a:off x="3285054" y="1450343"/>
            <a:ext cx="1546686" cy="1546686"/>
          </a:xfrm>
          <a:prstGeom prst="ellipse">
            <a:avLst/>
          </a:prstGeom>
          <a:ln w="76200">
            <a:solidFill>
              <a:schemeClr val="bg1">
                <a:lumMod val="85000"/>
              </a:schemeClr>
            </a:solidFill>
          </a:ln>
        </p:spPr>
      </p:pic>
      <p:pic>
        <p:nvPicPr>
          <p:cNvPr id="5" name="图片 4"/>
          <p:cNvPicPr>
            <a:picLocks noChangeAspect="1"/>
          </p:cNvPicPr>
          <p:nvPr/>
        </p:nvPicPr>
        <p:blipFill rotWithShape="1">
          <a:blip r:embed="rId5" cstate="screen"/>
          <a:srcRect/>
          <a:stretch>
            <a:fillRect/>
          </a:stretch>
        </p:blipFill>
        <p:spPr>
          <a:xfrm>
            <a:off x="7315669" y="1450344"/>
            <a:ext cx="1546684" cy="1546684"/>
          </a:xfrm>
          <a:prstGeom prst="ellipse">
            <a:avLst/>
          </a:prstGeom>
          <a:ln w="76200">
            <a:solidFill>
              <a:schemeClr val="bg1">
                <a:lumMod val="85000"/>
              </a:schemeClr>
            </a:solidFill>
          </a:ln>
        </p:spPr>
      </p:pic>
      <p:pic>
        <p:nvPicPr>
          <p:cNvPr id="12" name="图片 11"/>
          <p:cNvPicPr>
            <a:picLocks noChangeAspect="1"/>
          </p:cNvPicPr>
          <p:nvPr/>
        </p:nvPicPr>
        <p:blipFill rotWithShape="1">
          <a:blip r:embed="rId6" cstate="screen"/>
          <a:srcRect/>
          <a:stretch>
            <a:fillRect/>
          </a:stretch>
        </p:blipFill>
        <p:spPr>
          <a:xfrm>
            <a:off x="5300358" y="1450340"/>
            <a:ext cx="1546694" cy="1546694"/>
          </a:xfrm>
          <a:prstGeom prst="ellipse">
            <a:avLst/>
          </a:prstGeom>
          <a:ln w="76200">
            <a:solidFill>
              <a:schemeClr val="bg1">
                <a:lumMod val="85000"/>
              </a:schemeClr>
            </a:solidFill>
          </a:ln>
        </p:spPr>
      </p:pic>
      <p:pic>
        <p:nvPicPr>
          <p:cNvPr id="14" name="图片 13"/>
          <p:cNvPicPr>
            <a:picLocks noChangeAspect="1"/>
          </p:cNvPicPr>
          <p:nvPr/>
        </p:nvPicPr>
        <p:blipFill>
          <a:blip r:embed="rId7" cstate="screen"/>
          <a:stretch>
            <a:fillRect/>
          </a:stretch>
        </p:blipFill>
        <p:spPr>
          <a:xfrm>
            <a:off x="9330971" y="1450340"/>
            <a:ext cx="1546694" cy="1546694"/>
          </a:xfrm>
          <a:prstGeom prst="ellipse">
            <a:avLst/>
          </a:prstGeom>
          <a:ln w="76200">
            <a:solidFill>
              <a:schemeClr val="bg1">
                <a:lumMod val="85000"/>
              </a:schemeClr>
            </a:solidFill>
          </a:ln>
        </p:spPr>
      </p:pic>
      <p:sp>
        <p:nvSpPr>
          <p:cNvPr id="23" name="Object 4013"/>
          <p:cNvSpPr txBox="1"/>
          <p:nvPr/>
        </p:nvSpPr>
        <p:spPr>
          <a:xfrm>
            <a:off x="1531629" y="3308508"/>
            <a:ext cx="1107603" cy="520858"/>
          </a:xfrm>
          <a:prstGeom prst="rect">
            <a:avLst/>
          </a:prstGeom>
        </p:spPr>
        <p:txBody>
          <a:bodyPr vert="horz" rtlCol="0" anchor="ctr" anchorCtr="0">
            <a:noAutofit/>
          </a:bodyPr>
          <a:lstStyle/>
          <a:p>
            <a:pPr algn="ctr"/>
            <a:r>
              <a:rPr lang="zh-CN" altLang="en-US" spc="300" dirty="0">
                <a:solidFill>
                  <a:schemeClr val="tx1">
                    <a:lumMod val="50000"/>
                    <a:lumOff val="50000"/>
                  </a:schemeClr>
                </a:solidFill>
              </a:rPr>
              <a:t>图书馆</a:t>
            </a:r>
          </a:p>
        </p:txBody>
      </p:sp>
      <p:sp>
        <p:nvSpPr>
          <p:cNvPr id="25" name="Object 4013"/>
          <p:cNvSpPr txBox="1"/>
          <p:nvPr/>
        </p:nvSpPr>
        <p:spPr>
          <a:xfrm>
            <a:off x="3546937" y="3308508"/>
            <a:ext cx="1107603" cy="520858"/>
          </a:xfrm>
          <a:prstGeom prst="rect">
            <a:avLst/>
          </a:prstGeom>
        </p:spPr>
        <p:txBody>
          <a:bodyPr vert="horz" rtlCol="0" anchor="ctr" anchorCtr="0">
            <a:noAutofit/>
          </a:bodyPr>
          <a:lstStyle/>
          <a:p>
            <a:pPr algn="ctr"/>
            <a:r>
              <a:rPr lang="zh-CN" altLang="en-US" spc="300" dirty="0">
                <a:solidFill>
                  <a:schemeClr val="tx1">
                    <a:lumMod val="50000"/>
                    <a:lumOff val="50000"/>
                  </a:schemeClr>
                </a:solidFill>
              </a:rPr>
              <a:t>思源湖</a:t>
            </a:r>
          </a:p>
        </p:txBody>
      </p:sp>
      <p:sp>
        <p:nvSpPr>
          <p:cNvPr id="26" name="Object 4013"/>
          <p:cNvSpPr txBox="1"/>
          <p:nvPr/>
        </p:nvSpPr>
        <p:spPr>
          <a:xfrm>
            <a:off x="5562244" y="3308508"/>
            <a:ext cx="1107603" cy="520858"/>
          </a:xfrm>
          <a:prstGeom prst="rect">
            <a:avLst/>
          </a:prstGeom>
        </p:spPr>
        <p:txBody>
          <a:bodyPr vert="horz" rtlCol="0" anchor="ctr" anchorCtr="0">
            <a:noAutofit/>
          </a:bodyPr>
          <a:lstStyle/>
          <a:p>
            <a:pPr algn="ctr"/>
            <a:r>
              <a:rPr lang="zh-CN" altLang="en-US" spc="300" dirty="0">
                <a:solidFill>
                  <a:schemeClr val="tx1">
                    <a:lumMod val="50000"/>
                    <a:lumOff val="50000"/>
                  </a:schemeClr>
                </a:solidFill>
              </a:rPr>
              <a:t>林荫道</a:t>
            </a:r>
          </a:p>
        </p:txBody>
      </p:sp>
      <p:sp>
        <p:nvSpPr>
          <p:cNvPr id="28" name="Object 4013"/>
          <p:cNvSpPr txBox="1"/>
          <p:nvPr/>
        </p:nvSpPr>
        <p:spPr>
          <a:xfrm>
            <a:off x="7577551" y="3308508"/>
            <a:ext cx="1107603" cy="520858"/>
          </a:xfrm>
          <a:prstGeom prst="rect">
            <a:avLst/>
          </a:prstGeom>
        </p:spPr>
        <p:txBody>
          <a:bodyPr vert="horz" rtlCol="0" anchor="ctr" anchorCtr="0">
            <a:noAutofit/>
          </a:bodyPr>
          <a:lstStyle/>
          <a:p>
            <a:pPr algn="ctr"/>
            <a:r>
              <a:rPr lang="zh-CN" altLang="en-US" spc="300" dirty="0">
                <a:solidFill>
                  <a:schemeClr val="tx1">
                    <a:lumMod val="50000"/>
                    <a:lumOff val="50000"/>
                  </a:schemeClr>
                </a:solidFill>
              </a:rPr>
              <a:t>可赛艇</a:t>
            </a:r>
          </a:p>
        </p:txBody>
      </p:sp>
      <p:sp>
        <p:nvSpPr>
          <p:cNvPr id="30" name="Object 4013"/>
          <p:cNvSpPr txBox="1"/>
          <p:nvPr/>
        </p:nvSpPr>
        <p:spPr>
          <a:xfrm>
            <a:off x="9592858" y="3308508"/>
            <a:ext cx="1107603" cy="520858"/>
          </a:xfrm>
          <a:prstGeom prst="rect">
            <a:avLst/>
          </a:prstGeom>
        </p:spPr>
        <p:txBody>
          <a:bodyPr vert="horz" rtlCol="0" anchor="ctr" anchorCtr="0">
            <a:noAutofit/>
          </a:bodyPr>
          <a:lstStyle/>
          <a:p>
            <a:pPr algn="ctr"/>
            <a:r>
              <a:rPr lang="zh-CN" altLang="en-US" spc="300" dirty="0">
                <a:solidFill>
                  <a:schemeClr val="tx1">
                    <a:lumMod val="50000"/>
                    <a:lumOff val="50000"/>
                  </a:schemeClr>
                </a:solidFill>
              </a:rPr>
              <a:t>强基建</a:t>
            </a:r>
          </a:p>
        </p:txBody>
      </p:sp>
      <p:cxnSp>
        <p:nvCxnSpPr>
          <p:cNvPr id="32" name="直接连接符 31"/>
          <p:cNvCxnSpPr/>
          <p:nvPr/>
        </p:nvCxnSpPr>
        <p:spPr>
          <a:xfrm>
            <a:off x="1688964" y="3829366"/>
            <a:ext cx="792932"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3704272" y="3829366"/>
            <a:ext cx="792932"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705287" y="3829366"/>
            <a:ext cx="792932"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7734886" y="3829366"/>
            <a:ext cx="792932"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9750193" y="3829366"/>
            <a:ext cx="792932" cy="0"/>
          </a:xfrm>
          <a:prstGeom prst="line">
            <a:avLst/>
          </a:prstGeom>
          <a:ln>
            <a:solidFill>
              <a:srgbClr val="A62038"/>
            </a:solidFill>
          </a:ln>
        </p:spPr>
        <p:style>
          <a:lnRef idx="1">
            <a:schemeClr val="accent1"/>
          </a:lnRef>
          <a:fillRef idx="0">
            <a:schemeClr val="accent1"/>
          </a:fillRef>
          <a:effectRef idx="0">
            <a:schemeClr val="accent1"/>
          </a:effectRef>
          <a:fontRef idx="minor">
            <a:schemeClr val="tx1"/>
          </a:fontRef>
        </p:style>
      </p:cxnSp>
      <p:sp>
        <p:nvSpPr>
          <p:cNvPr id="39" name="Object 4014"/>
          <p:cNvSpPr txBox="1"/>
          <p:nvPr/>
        </p:nvSpPr>
        <p:spPr>
          <a:xfrm>
            <a:off x="1439110" y="3988938"/>
            <a:ext cx="1377326" cy="1546694"/>
          </a:xfrm>
          <a:prstGeom prst="rect">
            <a:avLst/>
          </a:prstGeom>
        </p:spPr>
        <p:txBody>
          <a:bodyPr vert="horz" rtlCol="0" anchor="t" anchorCtr="0">
            <a:noAutofit/>
          </a:bodyPr>
          <a:lstStyle/>
          <a:p>
            <a:pPr algn="just">
              <a:spcBef>
                <a:spcPts val="600"/>
              </a:spcBef>
            </a:pPr>
            <a:r>
              <a:rPr lang="zh-CN" altLang="en-US" sz="1400" dirty="0">
                <a:solidFill>
                  <a:schemeClr val="bg1">
                    <a:lumMod val="75000"/>
                  </a:schemeClr>
                </a:solidFill>
                <a:latin typeface="+mj-ea"/>
              </a:rPr>
              <a:t>在此添加您需要的文字。在此添加您需要的文字。在此添加您需要在此添加您需要的文字。</a:t>
            </a:r>
          </a:p>
        </p:txBody>
      </p:sp>
      <p:sp>
        <p:nvSpPr>
          <p:cNvPr id="40" name="Object 4014"/>
          <p:cNvSpPr txBox="1"/>
          <p:nvPr/>
        </p:nvSpPr>
        <p:spPr>
          <a:xfrm>
            <a:off x="3412075" y="3988938"/>
            <a:ext cx="1377326" cy="1546694"/>
          </a:xfrm>
          <a:prstGeom prst="rect">
            <a:avLst/>
          </a:prstGeom>
        </p:spPr>
        <p:txBody>
          <a:bodyPr vert="horz" rtlCol="0" anchor="t" anchorCtr="0">
            <a:noAutofit/>
          </a:bodyPr>
          <a:lstStyle/>
          <a:p>
            <a:pPr algn="just">
              <a:spcBef>
                <a:spcPts val="600"/>
              </a:spcBef>
            </a:pPr>
            <a:r>
              <a:rPr lang="zh-CN" altLang="en-US" sz="1400" dirty="0">
                <a:solidFill>
                  <a:schemeClr val="bg1">
                    <a:lumMod val="75000"/>
                  </a:schemeClr>
                </a:solidFill>
                <a:latin typeface="+mj-ea"/>
              </a:rPr>
              <a:t>在此添加您需要的文字。在此添加您需要的文字。</a:t>
            </a:r>
          </a:p>
        </p:txBody>
      </p:sp>
      <p:sp>
        <p:nvSpPr>
          <p:cNvPr id="41" name="Object 4014"/>
          <p:cNvSpPr txBox="1"/>
          <p:nvPr/>
        </p:nvSpPr>
        <p:spPr>
          <a:xfrm>
            <a:off x="5427382" y="3988938"/>
            <a:ext cx="1377326" cy="1546694"/>
          </a:xfrm>
          <a:prstGeom prst="rect">
            <a:avLst/>
          </a:prstGeom>
        </p:spPr>
        <p:txBody>
          <a:bodyPr vert="horz" rtlCol="0" anchor="t" anchorCtr="0">
            <a:noAutofit/>
          </a:bodyPr>
          <a:lstStyle/>
          <a:p>
            <a:pPr algn="just">
              <a:spcBef>
                <a:spcPts val="600"/>
              </a:spcBef>
            </a:pPr>
            <a:r>
              <a:rPr lang="zh-CN" altLang="en-US" sz="1400" dirty="0">
                <a:solidFill>
                  <a:schemeClr val="bg1">
                    <a:lumMod val="75000"/>
                  </a:schemeClr>
                </a:solidFill>
                <a:latin typeface="+mj-ea"/>
              </a:rPr>
              <a:t>在此添加您需要的文字。在此添加您需要的文字。在此添加您需要在此添加。</a:t>
            </a:r>
          </a:p>
        </p:txBody>
      </p:sp>
      <p:sp>
        <p:nvSpPr>
          <p:cNvPr id="42" name="Object 4014"/>
          <p:cNvSpPr txBox="1"/>
          <p:nvPr/>
        </p:nvSpPr>
        <p:spPr>
          <a:xfrm>
            <a:off x="7400348" y="3988938"/>
            <a:ext cx="1377326" cy="1546694"/>
          </a:xfrm>
          <a:prstGeom prst="rect">
            <a:avLst/>
          </a:prstGeom>
        </p:spPr>
        <p:txBody>
          <a:bodyPr vert="horz" rtlCol="0" anchor="t" anchorCtr="0">
            <a:noAutofit/>
          </a:bodyPr>
          <a:lstStyle/>
          <a:p>
            <a:pPr algn="just">
              <a:spcBef>
                <a:spcPts val="600"/>
              </a:spcBef>
            </a:pPr>
            <a:r>
              <a:rPr lang="zh-CN" altLang="en-US" sz="1400" dirty="0">
                <a:solidFill>
                  <a:schemeClr val="bg1">
                    <a:lumMod val="75000"/>
                  </a:schemeClr>
                </a:solidFill>
                <a:latin typeface="+mj-ea"/>
              </a:rPr>
              <a:t>在此添加您需要的文字。在此添加您需要的文字。在此添加您需要在此添加您。</a:t>
            </a:r>
          </a:p>
        </p:txBody>
      </p:sp>
      <p:sp>
        <p:nvSpPr>
          <p:cNvPr id="43" name="Object 4014"/>
          <p:cNvSpPr txBox="1"/>
          <p:nvPr/>
        </p:nvSpPr>
        <p:spPr>
          <a:xfrm>
            <a:off x="9500339" y="3988938"/>
            <a:ext cx="1377326" cy="1546694"/>
          </a:xfrm>
          <a:prstGeom prst="rect">
            <a:avLst/>
          </a:prstGeom>
        </p:spPr>
        <p:txBody>
          <a:bodyPr vert="horz" rtlCol="0" anchor="t" anchorCtr="0">
            <a:noAutofit/>
          </a:bodyPr>
          <a:lstStyle/>
          <a:p>
            <a:pPr algn="just">
              <a:spcBef>
                <a:spcPts val="600"/>
              </a:spcBef>
            </a:pPr>
            <a:r>
              <a:rPr lang="zh-CN" altLang="en-US" sz="1400" dirty="0">
                <a:solidFill>
                  <a:schemeClr val="bg1">
                    <a:lumMod val="75000"/>
                  </a:schemeClr>
                </a:solidFill>
                <a:latin typeface="+mj-ea"/>
              </a:rPr>
              <a:t>在此添加您需要的文字。在此添加您需要的文字。在此添加您需要在此添加您需要的文字。</a:t>
            </a:r>
          </a:p>
        </p:txBody>
      </p:sp>
      <p:sp>
        <p:nvSpPr>
          <p:cNvPr id="6" name="文本占位符 5"/>
          <p:cNvSpPr>
            <a:spLocks noGrp="1"/>
          </p:cNvSpPr>
          <p:nvPr>
            <p:ph type="body" sz="quarter" idx="11"/>
          </p:nvPr>
        </p:nvSpPr>
        <p:spPr/>
        <p:txBody>
          <a:bodyPr/>
          <a:lstStyle/>
          <a:p>
            <a:r>
              <a:rPr lang="zh-CN" altLang="en-US" dirty="0"/>
              <a:t>图文混排版式</a:t>
            </a:r>
            <a:r>
              <a:rPr lang="zh-CN" altLang="en-US" b="0" dirty="0"/>
              <a:t>（五）</a:t>
            </a:r>
          </a:p>
        </p:txBody>
      </p:sp>
      <p:sp>
        <p:nvSpPr>
          <p:cNvPr id="18" name="灯片编号占位符 17"/>
          <p:cNvSpPr>
            <a:spLocks noGrp="1"/>
          </p:cNvSpPr>
          <p:nvPr>
            <p:ph type="sldNum" sz="quarter" idx="4"/>
          </p:nvPr>
        </p:nvSpPr>
        <p:spPr/>
        <p:txBody>
          <a:bodyPr/>
          <a:lstStyle/>
          <a:p>
            <a:fld id="{548644C6-89F0-466C-949F-E70AD72679A8}" type="slidenum">
              <a:rPr lang="zh-CN" altLang="en-US" smtClean="0"/>
              <a:t>16</a:t>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p:cNvSpPr>
            <a:spLocks noGrp="1"/>
          </p:cNvSpPr>
          <p:nvPr>
            <p:ph type="body" sz="quarter" idx="11"/>
          </p:nvPr>
        </p:nvSpPr>
        <p:spPr/>
        <p:txBody>
          <a:bodyPr/>
          <a:lstStyle/>
          <a:p>
            <a:r>
              <a:rPr lang="zh-CN" altLang="en-US" dirty="0"/>
              <a:t>图文混排版式</a:t>
            </a:r>
            <a:r>
              <a:rPr lang="zh-CN" altLang="en-US" b="0" dirty="0"/>
              <a:t>（六）</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17</a:t>
            </a:fld>
            <a:endParaRPr lang="zh-CN" altLang="en-US"/>
          </a:p>
        </p:txBody>
      </p:sp>
      <p:sp>
        <p:nvSpPr>
          <p:cNvPr id="3" name="destination_81426"/>
          <p:cNvSpPr>
            <a:spLocks noChangeAspect="1"/>
          </p:cNvSpPr>
          <p:nvPr/>
        </p:nvSpPr>
        <p:spPr bwMode="auto">
          <a:xfrm>
            <a:off x="820182" y="1688727"/>
            <a:ext cx="508551" cy="457643"/>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4">
              <a:lumMod val="40000"/>
              <a:lumOff val="6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 name="文本框 3"/>
          <p:cNvSpPr txBox="1"/>
          <p:nvPr/>
        </p:nvSpPr>
        <p:spPr>
          <a:xfrm>
            <a:off x="1237274" y="1647758"/>
            <a:ext cx="177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1896 </a:t>
            </a:r>
            <a:r>
              <a:rPr kumimoji="0" lang="zh-CN" altLang="en-US" sz="2000" b="0"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年</a:t>
            </a:r>
          </a:p>
        </p:txBody>
      </p:sp>
      <p:sp>
        <p:nvSpPr>
          <p:cNvPr id="5" name="文本框 4"/>
          <p:cNvSpPr txBox="1"/>
          <p:nvPr/>
        </p:nvSpPr>
        <p:spPr>
          <a:xfrm>
            <a:off x="4114412" y="1679023"/>
            <a:ext cx="177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1921</a:t>
            </a:r>
            <a:r>
              <a:rPr kumimoji="0" lang="en-US" altLang="zh-CN" sz="2000" b="1"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 </a:t>
            </a:r>
            <a:r>
              <a:rPr kumimoji="0" lang="zh-CN" altLang="en-US" sz="2000" b="0"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年</a:t>
            </a:r>
          </a:p>
        </p:txBody>
      </p:sp>
      <p:sp>
        <p:nvSpPr>
          <p:cNvPr id="6" name="文本框 5"/>
          <p:cNvSpPr txBox="1"/>
          <p:nvPr/>
        </p:nvSpPr>
        <p:spPr>
          <a:xfrm>
            <a:off x="7044571" y="1682920"/>
            <a:ext cx="177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1952 </a:t>
            </a:r>
            <a:r>
              <a:rPr kumimoji="0" lang="zh-CN" altLang="en-US" sz="2000" b="0"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年</a:t>
            </a:r>
          </a:p>
        </p:txBody>
      </p:sp>
      <p:sp>
        <p:nvSpPr>
          <p:cNvPr id="7" name="文本框 6"/>
          <p:cNvSpPr txBox="1"/>
          <p:nvPr/>
        </p:nvSpPr>
        <p:spPr>
          <a:xfrm>
            <a:off x="9822854" y="1647758"/>
            <a:ext cx="177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1996 </a:t>
            </a:r>
            <a:r>
              <a:rPr kumimoji="0" lang="zh-CN" altLang="en-US" sz="2000" b="0" i="1" u="none" strike="noStrike" kern="1200" cap="none" spc="0" normalizeH="0" baseline="0" noProof="0" dirty="0">
                <a:ln>
                  <a:noFill/>
                </a:ln>
                <a:solidFill>
                  <a:srgbClr val="A62038"/>
                </a:solidFill>
                <a:effectLst/>
                <a:uLnTx/>
                <a:uFillTx/>
                <a:latin typeface="微软雅黑" panose="020B0503020204020204" pitchFamily="34" charset="-122"/>
                <a:ea typeface="微软雅黑" panose="020B0503020204020204" pitchFamily="34" charset="-122"/>
                <a:cs typeface="+mn-cs"/>
              </a:rPr>
              <a:t>年</a:t>
            </a:r>
          </a:p>
        </p:txBody>
      </p:sp>
      <p:sp>
        <p:nvSpPr>
          <p:cNvPr id="8" name="destination_81426"/>
          <p:cNvSpPr>
            <a:spLocks noChangeAspect="1"/>
          </p:cNvSpPr>
          <p:nvPr/>
        </p:nvSpPr>
        <p:spPr bwMode="auto">
          <a:xfrm>
            <a:off x="3670606" y="1688727"/>
            <a:ext cx="508551" cy="457643"/>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4">
              <a:lumMod val="40000"/>
              <a:lumOff val="6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destination_81426"/>
          <p:cNvSpPr>
            <a:spLocks noChangeAspect="1"/>
          </p:cNvSpPr>
          <p:nvPr/>
        </p:nvSpPr>
        <p:spPr bwMode="auto">
          <a:xfrm>
            <a:off x="6521030" y="1688727"/>
            <a:ext cx="508551" cy="457643"/>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4">
              <a:lumMod val="40000"/>
              <a:lumOff val="6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destination_81426"/>
          <p:cNvSpPr>
            <a:spLocks noChangeAspect="1"/>
          </p:cNvSpPr>
          <p:nvPr/>
        </p:nvSpPr>
        <p:spPr bwMode="auto">
          <a:xfrm>
            <a:off x="9371454" y="1655749"/>
            <a:ext cx="508551" cy="457643"/>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4">
              <a:lumMod val="40000"/>
              <a:lumOff val="6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矩形 14"/>
          <p:cNvSpPr/>
          <p:nvPr/>
        </p:nvSpPr>
        <p:spPr>
          <a:xfrm>
            <a:off x="9428097" y="2838552"/>
            <a:ext cx="2070105"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kumimoji="0" lang="zh-CN" altLang="en-US" sz="2000" b="1" i="0" u="none" strike="noStrike" kern="1200" cap="none" spc="0" normalizeH="0" baseline="0" noProof="0" dirty="0">
                <a:ln>
                  <a:noFill/>
                </a:ln>
                <a:solidFill>
                  <a:schemeClr val="bg1">
                    <a:lumMod val="75000"/>
                  </a:schemeClr>
                </a:solidFill>
                <a:effectLst/>
                <a:uLnTx/>
                <a:uFillTx/>
                <a:latin typeface="+mj-ea"/>
                <a:ea typeface="+mj-ea"/>
                <a:cs typeface="+mn-cs"/>
              </a:rPr>
              <a:t>建校</a:t>
            </a:r>
            <a:r>
              <a:rPr kumimoji="0" lang="en-US" altLang="zh-CN" sz="2000" b="1" i="0" u="none" strike="noStrike" kern="1200" cap="none" spc="0" normalizeH="0" baseline="0" noProof="0" dirty="0">
                <a:ln>
                  <a:noFill/>
                </a:ln>
                <a:solidFill>
                  <a:schemeClr val="bg1">
                    <a:lumMod val="75000"/>
                  </a:schemeClr>
                </a:solidFill>
                <a:effectLst/>
                <a:uLnTx/>
                <a:uFillTx/>
                <a:latin typeface="+mj-ea"/>
                <a:ea typeface="+mj-ea"/>
                <a:cs typeface="+mn-cs"/>
              </a:rPr>
              <a:t>100</a:t>
            </a:r>
            <a:r>
              <a:rPr kumimoji="0" lang="zh-CN" altLang="en-US" sz="2000" b="1" i="0" u="none" strike="noStrike" kern="1200" cap="none" spc="0" normalizeH="0" baseline="0" noProof="0" dirty="0">
                <a:ln>
                  <a:noFill/>
                </a:ln>
                <a:solidFill>
                  <a:schemeClr val="bg1">
                    <a:lumMod val="75000"/>
                  </a:schemeClr>
                </a:solidFill>
                <a:effectLst/>
                <a:uLnTx/>
                <a:uFillTx/>
                <a:latin typeface="+mj-ea"/>
                <a:ea typeface="+mj-ea"/>
                <a:cs typeface="+mn-cs"/>
              </a:rPr>
              <a:t>周年</a:t>
            </a:r>
            <a:endParaRPr kumimoji="0" lang="zh-CN" altLang="en-US" sz="2000" b="0" i="0" u="none" strike="noStrike" kern="1200" cap="none" spc="0" normalizeH="0" baseline="0" noProof="0" dirty="0">
              <a:ln>
                <a:noFill/>
              </a:ln>
              <a:solidFill>
                <a:schemeClr val="bg1">
                  <a:lumMod val="75000"/>
                </a:schemeClr>
              </a:solidFill>
              <a:effectLst/>
              <a:uLnTx/>
              <a:uFillTx/>
              <a:latin typeface="+mj-ea"/>
              <a:ea typeface="+mj-ea"/>
              <a:cs typeface="+mn-cs"/>
            </a:endParaRPr>
          </a:p>
        </p:txBody>
      </p:sp>
      <p:sp>
        <p:nvSpPr>
          <p:cNvPr id="14" name="矩形 13"/>
          <p:cNvSpPr/>
          <p:nvPr/>
        </p:nvSpPr>
        <p:spPr>
          <a:xfrm>
            <a:off x="6629138" y="2838554"/>
            <a:ext cx="1778001" cy="7848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kumimoji="0" lang="zh-CN" altLang="en-US" sz="2000" i="0" u="none" strike="noStrike" kern="1200" cap="none" spc="0" normalizeH="0" baseline="0" noProof="0" dirty="0">
                <a:ln>
                  <a:noFill/>
                </a:ln>
                <a:solidFill>
                  <a:schemeClr val="bg1">
                    <a:lumMod val="75000"/>
                  </a:schemeClr>
                </a:solidFill>
                <a:effectLst/>
                <a:uLnTx/>
                <a:uFillTx/>
                <a:latin typeface="+mj-ea"/>
                <a:ea typeface="+mj-ea"/>
                <a:cs typeface="+mn-cs"/>
              </a:rPr>
              <a:t>全国院系</a:t>
            </a:r>
            <a:endParaRPr kumimoji="0" lang="en-US" altLang="zh-CN" sz="2000" i="0" u="none" strike="noStrike" kern="1200" cap="none" spc="0" normalizeH="0" baseline="0" noProof="0" dirty="0">
              <a:ln>
                <a:noFill/>
              </a:ln>
              <a:solidFill>
                <a:schemeClr val="bg1">
                  <a:lumMod val="75000"/>
                </a:schemeClr>
              </a:solidFill>
              <a:effectLst/>
              <a:uLnTx/>
              <a:uFillTx/>
              <a:latin typeface="+mj-ea"/>
              <a:ea typeface="+mj-ea"/>
              <a:cs typeface="+mn-cs"/>
            </a:endParaRPr>
          </a:p>
          <a:p>
            <a:pPr marL="0" marR="0" lvl="0" indent="0" algn="l" defTabSz="914400" rtl="0" eaLnBrk="1" fontAlgn="auto" latinLnBrk="0" hangingPunct="1">
              <a:lnSpc>
                <a:spcPct val="100000"/>
              </a:lnSpc>
              <a:spcBef>
                <a:spcPts val="0"/>
              </a:spcBef>
              <a:spcAft>
                <a:spcPts val="600"/>
              </a:spcAft>
              <a:buClrTx/>
              <a:buSzTx/>
              <a:buFontTx/>
              <a:buNone/>
              <a:defRPr/>
            </a:pPr>
            <a:r>
              <a:rPr lang="zh-CN" altLang="en-US" sz="2000" b="0" dirty="0">
                <a:solidFill>
                  <a:schemeClr val="bg1">
                    <a:lumMod val="75000"/>
                  </a:schemeClr>
                </a:solidFill>
                <a:latin typeface="+mj-ea"/>
                <a:ea typeface="+mj-ea"/>
              </a:rPr>
              <a:t>调整</a:t>
            </a:r>
            <a:endParaRPr kumimoji="0" lang="en-US" altLang="zh-CN" sz="2000" b="0" i="0" u="none" strike="noStrike" kern="1200" cap="none" spc="0" normalizeH="0" baseline="0" noProof="0" dirty="0">
              <a:ln>
                <a:noFill/>
              </a:ln>
              <a:solidFill>
                <a:schemeClr val="bg1">
                  <a:lumMod val="75000"/>
                </a:schemeClr>
              </a:solidFill>
              <a:effectLst/>
              <a:uLnTx/>
              <a:uFillTx/>
              <a:latin typeface="+mj-ea"/>
              <a:ea typeface="+mj-ea"/>
              <a:cs typeface="+mn-cs"/>
            </a:endParaRPr>
          </a:p>
        </p:txBody>
      </p:sp>
      <p:sp>
        <p:nvSpPr>
          <p:cNvPr id="16" name="矩形 15"/>
          <p:cNvSpPr/>
          <p:nvPr/>
        </p:nvSpPr>
        <p:spPr>
          <a:xfrm>
            <a:off x="3836580" y="2880616"/>
            <a:ext cx="2181752" cy="1015663"/>
          </a:xfrm>
          <a:prstGeom prst="rect">
            <a:avLst/>
          </a:prstGeom>
        </p:spPr>
        <p:txBody>
          <a:bodyPr wrap="square">
            <a:spAutoFit/>
          </a:bodyPr>
          <a:lstStyle/>
          <a:p>
            <a:pPr lvl="0" defTabSz="914400">
              <a:defRPr/>
            </a:pPr>
            <a:r>
              <a:rPr lang="zh-CN" altLang="en-US" sz="2000" dirty="0">
                <a:solidFill>
                  <a:schemeClr val="bg1">
                    <a:lumMod val="75000"/>
                  </a:schemeClr>
                </a:solidFill>
                <a:latin typeface="+mj-ea"/>
                <a:ea typeface="+mj-ea"/>
              </a:rPr>
              <a:t>定名交通大学，下设京、沪、唐三校</a:t>
            </a:r>
            <a:endParaRPr kumimoji="0" lang="en-US" altLang="zh-CN" sz="2000" b="0" i="0" u="none" strike="noStrike" kern="1200" cap="none" spc="0" normalizeH="0" baseline="0" noProof="0" dirty="0">
              <a:ln>
                <a:noFill/>
              </a:ln>
              <a:solidFill>
                <a:schemeClr val="bg1">
                  <a:lumMod val="75000"/>
                </a:schemeClr>
              </a:solidFill>
              <a:effectLst/>
              <a:uLnTx/>
              <a:uFillTx/>
              <a:latin typeface="+mj-ea"/>
              <a:ea typeface="+mj-ea"/>
              <a:cs typeface="+mn-cs"/>
            </a:endParaRPr>
          </a:p>
        </p:txBody>
      </p:sp>
      <p:sp>
        <p:nvSpPr>
          <p:cNvPr id="17" name="矩形 16"/>
          <p:cNvSpPr/>
          <p:nvPr/>
        </p:nvSpPr>
        <p:spPr>
          <a:xfrm>
            <a:off x="861609" y="2838551"/>
            <a:ext cx="2037831"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bg1">
                    <a:lumMod val="75000"/>
                  </a:schemeClr>
                </a:solidFill>
                <a:effectLst/>
                <a:uLnTx/>
                <a:uFillTx/>
                <a:latin typeface="+mj-ea"/>
                <a:ea typeface="+mj-ea"/>
                <a:cs typeface="+mn-cs"/>
              </a:rPr>
              <a:t>成立</a:t>
            </a:r>
            <a:endParaRPr kumimoji="0" lang="en-US" altLang="zh-CN" sz="2000" b="0" i="0" u="none" strike="noStrike" kern="1200" cap="none" spc="0" normalizeH="0" baseline="0" noProof="0" dirty="0">
              <a:ln>
                <a:noFill/>
              </a:ln>
              <a:solidFill>
                <a:schemeClr val="bg1">
                  <a:lumMod val="75000"/>
                </a:schemeClr>
              </a:solidFill>
              <a:effectLst/>
              <a:uLnTx/>
              <a:uFillTx/>
              <a:latin typeface="+mj-ea"/>
              <a:ea typeface="+mj-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bg1">
                    <a:lumMod val="75000"/>
                  </a:schemeClr>
                </a:solidFill>
                <a:effectLst/>
                <a:uLnTx/>
                <a:uFillTx/>
                <a:latin typeface="+mj-ea"/>
                <a:ea typeface="+mj-ea"/>
                <a:cs typeface="+mn-cs"/>
              </a:rPr>
              <a:t>南洋公学</a:t>
            </a:r>
          </a:p>
        </p:txBody>
      </p:sp>
      <p:cxnSp>
        <p:nvCxnSpPr>
          <p:cNvPr id="18" name="直接连接符 17"/>
          <p:cNvCxnSpPr/>
          <p:nvPr/>
        </p:nvCxnSpPr>
        <p:spPr>
          <a:xfrm>
            <a:off x="879578" y="2864627"/>
            <a:ext cx="0" cy="945871"/>
          </a:xfrm>
          <a:prstGeom prst="line">
            <a:avLst/>
          </a:prstGeom>
          <a:ln w="12700" cap="rnd">
            <a:solidFill>
              <a:srgbClr val="A62038"/>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789637" y="2859657"/>
            <a:ext cx="0" cy="1480857"/>
          </a:xfrm>
          <a:prstGeom prst="line">
            <a:avLst/>
          </a:prstGeom>
          <a:ln w="12700" cap="rnd">
            <a:solidFill>
              <a:srgbClr val="A62038"/>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82195" y="2864627"/>
            <a:ext cx="0" cy="969765"/>
          </a:xfrm>
          <a:prstGeom prst="line">
            <a:avLst/>
          </a:prstGeom>
          <a:ln w="12700" cap="rnd">
            <a:solidFill>
              <a:srgbClr val="A62038"/>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9428097" y="2859657"/>
            <a:ext cx="0" cy="824585"/>
          </a:xfrm>
          <a:prstGeom prst="line">
            <a:avLst/>
          </a:prstGeom>
          <a:ln w="12700" cap="rnd">
            <a:solidFill>
              <a:srgbClr val="A62038"/>
            </a:solidFill>
            <a:round/>
          </a:ln>
        </p:spPr>
        <p:style>
          <a:lnRef idx="1">
            <a:schemeClr val="accent1"/>
          </a:lnRef>
          <a:fillRef idx="0">
            <a:schemeClr val="accent1"/>
          </a:fillRef>
          <a:effectRef idx="0">
            <a:schemeClr val="accent1"/>
          </a:effectRef>
          <a:fontRef idx="minor">
            <a:schemeClr val="tx1"/>
          </a:fontRef>
        </p:style>
      </p:cxnSp>
      <p:sp>
        <p:nvSpPr>
          <p:cNvPr id="22" name="五边形 1"/>
          <p:cNvSpPr/>
          <p:nvPr/>
        </p:nvSpPr>
        <p:spPr>
          <a:xfrm>
            <a:off x="657346" y="2286269"/>
            <a:ext cx="11228173" cy="165287"/>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nvGrpSpPr>
          <p:cNvPr id="23" name="组合 22"/>
          <p:cNvGrpSpPr/>
          <p:nvPr/>
        </p:nvGrpSpPr>
        <p:grpSpPr>
          <a:xfrm>
            <a:off x="880041" y="2462245"/>
            <a:ext cx="6069801" cy="228659"/>
            <a:chOff x="675777" y="2636581"/>
            <a:chExt cx="6069801" cy="228659"/>
          </a:xfrm>
        </p:grpSpPr>
        <p:grpSp>
          <p:nvGrpSpPr>
            <p:cNvPr id="24" name="组合 23"/>
            <p:cNvGrpSpPr/>
            <p:nvPr/>
          </p:nvGrpSpPr>
          <p:grpSpPr>
            <a:xfrm>
              <a:off x="675777" y="2636581"/>
              <a:ext cx="2996404" cy="228659"/>
              <a:chOff x="675777" y="2636581"/>
              <a:chExt cx="2996404" cy="228659"/>
            </a:xfrm>
          </p:grpSpPr>
          <p:grpSp>
            <p:nvGrpSpPr>
              <p:cNvPr id="78" name="组合 77"/>
              <p:cNvGrpSpPr/>
              <p:nvPr/>
            </p:nvGrpSpPr>
            <p:grpSpPr>
              <a:xfrm>
                <a:off x="675777" y="2636581"/>
                <a:ext cx="692943" cy="228659"/>
                <a:chOff x="675777" y="2628841"/>
                <a:chExt cx="692943" cy="228659"/>
              </a:xfrm>
            </p:grpSpPr>
            <p:grpSp>
              <p:nvGrpSpPr>
                <p:cNvPr id="118" name="组合 117"/>
                <p:cNvGrpSpPr/>
                <p:nvPr/>
              </p:nvGrpSpPr>
              <p:grpSpPr>
                <a:xfrm>
                  <a:off x="675777" y="2629065"/>
                  <a:ext cx="307975" cy="228435"/>
                  <a:chOff x="675777" y="2629065"/>
                  <a:chExt cx="307975" cy="228435"/>
                </a:xfrm>
              </p:grpSpPr>
              <p:cxnSp>
                <p:nvCxnSpPr>
                  <p:cNvPr id="125" name="直接连接符 124"/>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1060745" y="2628841"/>
                  <a:ext cx="307975" cy="228435"/>
                  <a:chOff x="675777" y="2629065"/>
                  <a:chExt cx="307975" cy="228435"/>
                </a:xfrm>
              </p:grpSpPr>
              <p:cxnSp>
                <p:nvCxnSpPr>
                  <p:cNvPr id="120" name="直接连接符 119"/>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79" name="组合 78"/>
              <p:cNvGrpSpPr/>
              <p:nvPr/>
            </p:nvGrpSpPr>
            <p:grpSpPr>
              <a:xfrm>
                <a:off x="1445713" y="2636581"/>
                <a:ext cx="692943" cy="228659"/>
                <a:chOff x="675777" y="2628841"/>
                <a:chExt cx="692943" cy="228659"/>
              </a:xfrm>
            </p:grpSpPr>
            <p:grpSp>
              <p:nvGrpSpPr>
                <p:cNvPr id="106" name="组合 105"/>
                <p:cNvGrpSpPr/>
                <p:nvPr/>
              </p:nvGrpSpPr>
              <p:grpSpPr>
                <a:xfrm>
                  <a:off x="675777" y="2629065"/>
                  <a:ext cx="307975" cy="228435"/>
                  <a:chOff x="675777" y="2629065"/>
                  <a:chExt cx="307975" cy="228435"/>
                </a:xfrm>
              </p:grpSpPr>
              <p:cxnSp>
                <p:nvCxnSpPr>
                  <p:cNvPr id="113" name="直接连接符 112"/>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1060745" y="2628841"/>
                  <a:ext cx="307975" cy="228435"/>
                  <a:chOff x="675777" y="2629065"/>
                  <a:chExt cx="307975" cy="228435"/>
                </a:xfrm>
              </p:grpSpPr>
              <p:cxnSp>
                <p:nvCxnSpPr>
                  <p:cNvPr id="108" name="直接连接符 107"/>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80" name="组合 79"/>
              <p:cNvGrpSpPr/>
              <p:nvPr/>
            </p:nvGrpSpPr>
            <p:grpSpPr>
              <a:xfrm>
                <a:off x="2209302" y="2636581"/>
                <a:ext cx="692943" cy="228659"/>
                <a:chOff x="675777" y="2628841"/>
                <a:chExt cx="692943" cy="228659"/>
              </a:xfrm>
            </p:grpSpPr>
            <p:grpSp>
              <p:nvGrpSpPr>
                <p:cNvPr id="94" name="组合 93"/>
                <p:cNvGrpSpPr/>
                <p:nvPr/>
              </p:nvGrpSpPr>
              <p:grpSpPr>
                <a:xfrm>
                  <a:off x="675777" y="2629065"/>
                  <a:ext cx="307975" cy="228435"/>
                  <a:chOff x="675777" y="2629065"/>
                  <a:chExt cx="307975" cy="228435"/>
                </a:xfrm>
              </p:grpSpPr>
              <p:cxnSp>
                <p:nvCxnSpPr>
                  <p:cNvPr id="101" name="直接连接符 100"/>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1060745" y="2628841"/>
                  <a:ext cx="307975" cy="228435"/>
                  <a:chOff x="675777" y="2629065"/>
                  <a:chExt cx="307975" cy="228435"/>
                </a:xfrm>
              </p:grpSpPr>
              <p:cxnSp>
                <p:nvCxnSpPr>
                  <p:cNvPr id="96" name="直接连接符 95"/>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81" name="组合 80"/>
              <p:cNvGrpSpPr/>
              <p:nvPr/>
            </p:nvGrpSpPr>
            <p:grpSpPr>
              <a:xfrm>
                <a:off x="2979238" y="2636581"/>
                <a:ext cx="692943" cy="228659"/>
                <a:chOff x="675777" y="2628841"/>
                <a:chExt cx="692943" cy="228659"/>
              </a:xfrm>
            </p:grpSpPr>
            <p:grpSp>
              <p:nvGrpSpPr>
                <p:cNvPr id="82" name="组合 81"/>
                <p:cNvGrpSpPr/>
                <p:nvPr/>
              </p:nvGrpSpPr>
              <p:grpSpPr>
                <a:xfrm>
                  <a:off x="675777" y="2629065"/>
                  <a:ext cx="307975" cy="228435"/>
                  <a:chOff x="675777" y="2629065"/>
                  <a:chExt cx="307975" cy="228435"/>
                </a:xfrm>
              </p:grpSpPr>
              <p:cxnSp>
                <p:nvCxnSpPr>
                  <p:cNvPr id="89" name="直接连接符 88"/>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83" name="组合 82"/>
                <p:cNvGrpSpPr/>
                <p:nvPr/>
              </p:nvGrpSpPr>
              <p:grpSpPr>
                <a:xfrm>
                  <a:off x="1060745" y="2628841"/>
                  <a:ext cx="307975" cy="228435"/>
                  <a:chOff x="675777" y="2629065"/>
                  <a:chExt cx="307975" cy="228435"/>
                </a:xfrm>
              </p:grpSpPr>
              <p:cxnSp>
                <p:nvCxnSpPr>
                  <p:cNvPr id="84" name="直接连接符 83"/>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grpSp>
          <p:nvGrpSpPr>
            <p:cNvPr id="25" name="组合 24"/>
            <p:cNvGrpSpPr/>
            <p:nvPr/>
          </p:nvGrpSpPr>
          <p:grpSpPr>
            <a:xfrm>
              <a:off x="3749174" y="2636581"/>
              <a:ext cx="2996404" cy="228659"/>
              <a:chOff x="675777" y="2636581"/>
              <a:chExt cx="2996404" cy="228659"/>
            </a:xfrm>
          </p:grpSpPr>
          <p:grpSp>
            <p:nvGrpSpPr>
              <p:cNvPr id="26" name="组合 25"/>
              <p:cNvGrpSpPr/>
              <p:nvPr/>
            </p:nvGrpSpPr>
            <p:grpSpPr>
              <a:xfrm>
                <a:off x="675777" y="2636581"/>
                <a:ext cx="692943" cy="228659"/>
                <a:chOff x="675777" y="2628841"/>
                <a:chExt cx="692943" cy="228659"/>
              </a:xfrm>
            </p:grpSpPr>
            <p:grpSp>
              <p:nvGrpSpPr>
                <p:cNvPr id="66" name="组合 65"/>
                <p:cNvGrpSpPr/>
                <p:nvPr/>
              </p:nvGrpSpPr>
              <p:grpSpPr>
                <a:xfrm>
                  <a:off x="675777" y="2629065"/>
                  <a:ext cx="307975" cy="228435"/>
                  <a:chOff x="675777" y="2629065"/>
                  <a:chExt cx="307975" cy="228435"/>
                </a:xfrm>
              </p:grpSpPr>
              <p:cxnSp>
                <p:nvCxnSpPr>
                  <p:cNvPr id="73" name="直接连接符 72"/>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1060745" y="2628841"/>
                  <a:ext cx="307975" cy="228435"/>
                  <a:chOff x="675777" y="2629065"/>
                  <a:chExt cx="307975" cy="228435"/>
                </a:xfrm>
              </p:grpSpPr>
              <p:cxnSp>
                <p:nvCxnSpPr>
                  <p:cNvPr id="68" name="直接连接符 67"/>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27" name="组合 26"/>
              <p:cNvGrpSpPr/>
              <p:nvPr/>
            </p:nvGrpSpPr>
            <p:grpSpPr>
              <a:xfrm>
                <a:off x="1445713" y="2636581"/>
                <a:ext cx="692943" cy="228659"/>
                <a:chOff x="675777" y="2628841"/>
                <a:chExt cx="692943" cy="228659"/>
              </a:xfrm>
            </p:grpSpPr>
            <p:grpSp>
              <p:nvGrpSpPr>
                <p:cNvPr id="54" name="组合 53"/>
                <p:cNvGrpSpPr/>
                <p:nvPr/>
              </p:nvGrpSpPr>
              <p:grpSpPr>
                <a:xfrm>
                  <a:off x="675777" y="2629065"/>
                  <a:ext cx="307975" cy="228435"/>
                  <a:chOff x="675777" y="2629065"/>
                  <a:chExt cx="307975" cy="228435"/>
                </a:xfrm>
              </p:grpSpPr>
              <p:cxnSp>
                <p:nvCxnSpPr>
                  <p:cNvPr id="61" name="直接连接符 60"/>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1060745" y="2628841"/>
                  <a:ext cx="307975" cy="228435"/>
                  <a:chOff x="675777" y="2629065"/>
                  <a:chExt cx="307975" cy="228435"/>
                </a:xfrm>
              </p:grpSpPr>
              <p:cxnSp>
                <p:nvCxnSpPr>
                  <p:cNvPr id="56" name="直接连接符 55"/>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28" name="组合 27"/>
              <p:cNvGrpSpPr/>
              <p:nvPr/>
            </p:nvGrpSpPr>
            <p:grpSpPr>
              <a:xfrm>
                <a:off x="2209302" y="2636581"/>
                <a:ext cx="692943" cy="228659"/>
                <a:chOff x="675777" y="2628841"/>
                <a:chExt cx="692943" cy="228659"/>
              </a:xfrm>
            </p:grpSpPr>
            <p:grpSp>
              <p:nvGrpSpPr>
                <p:cNvPr id="42" name="组合 41"/>
                <p:cNvGrpSpPr/>
                <p:nvPr/>
              </p:nvGrpSpPr>
              <p:grpSpPr>
                <a:xfrm>
                  <a:off x="675777" y="2629065"/>
                  <a:ext cx="307975" cy="228435"/>
                  <a:chOff x="675777" y="2629065"/>
                  <a:chExt cx="307975" cy="228435"/>
                </a:xfrm>
              </p:grpSpPr>
              <p:cxnSp>
                <p:nvCxnSpPr>
                  <p:cNvPr id="49" name="直接连接符 48"/>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1060745" y="2628841"/>
                  <a:ext cx="307975" cy="228435"/>
                  <a:chOff x="675777" y="2629065"/>
                  <a:chExt cx="307975" cy="228435"/>
                </a:xfrm>
              </p:grpSpPr>
              <p:cxnSp>
                <p:nvCxnSpPr>
                  <p:cNvPr id="44" name="直接连接符 43"/>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29" name="组合 28"/>
              <p:cNvGrpSpPr/>
              <p:nvPr/>
            </p:nvGrpSpPr>
            <p:grpSpPr>
              <a:xfrm>
                <a:off x="2979238" y="2636581"/>
                <a:ext cx="692943" cy="228659"/>
                <a:chOff x="675777" y="2628841"/>
                <a:chExt cx="692943" cy="228659"/>
              </a:xfrm>
            </p:grpSpPr>
            <p:grpSp>
              <p:nvGrpSpPr>
                <p:cNvPr id="30" name="组合 29"/>
                <p:cNvGrpSpPr/>
                <p:nvPr/>
              </p:nvGrpSpPr>
              <p:grpSpPr>
                <a:xfrm>
                  <a:off x="675777" y="2629065"/>
                  <a:ext cx="307975" cy="228435"/>
                  <a:chOff x="675777" y="2629065"/>
                  <a:chExt cx="307975" cy="228435"/>
                </a:xfrm>
              </p:grpSpPr>
              <p:cxnSp>
                <p:nvCxnSpPr>
                  <p:cNvPr id="37" name="直接连接符 36"/>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1060745" y="2628841"/>
                  <a:ext cx="307975" cy="228435"/>
                  <a:chOff x="675777" y="2629065"/>
                  <a:chExt cx="307975" cy="228435"/>
                </a:xfrm>
              </p:grpSpPr>
              <p:cxnSp>
                <p:nvCxnSpPr>
                  <p:cNvPr id="32" name="直接连接符 31"/>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grpSp>
      <p:grpSp>
        <p:nvGrpSpPr>
          <p:cNvPr id="130" name="组合 129"/>
          <p:cNvGrpSpPr/>
          <p:nvPr/>
        </p:nvGrpSpPr>
        <p:grpSpPr>
          <a:xfrm>
            <a:off x="7026834" y="2462245"/>
            <a:ext cx="2996404" cy="228659"/>
            <a:chOff x="675777" y="2636581"/>
            <a:chExt cx="2996404" cy="228659"/>
          </a:xfrm>
        </p:grpSpPr>
        <p:grpSp>
          <p:nvGrpSpPr>
            <p:cNvPr id="131" name="组合 130"/>
            <p:cNvGrpSpPr/>
            <p:nvPr/>
          </p:nvGrpSpPr>
          <p:grpSpPr>
            <a:xfrm>
              <a:off x="675777" y="2636581"/>
              <a:ext cx="692943" cy="228659"/>
              <a:chOff x="675777" y="2628841"/>
              <a:chExt cx="692943" cy="228659"/>
            </a:xfrm>
          </p:grpSpPr>
          <p:grpSp>
            <p:nvGrpSpPr>
              <p:cNvPr id="171" name="组合 170"/>
              <p:cNvGrpSpPr/>
              <p:nvPr/>
            </p:nvGrpSpPr>
            <p:grpSpPr>
              <a:xfrm>
                <a:off x="675777" y="2629065"/>
                <a:ext cx="307975" cy="228435"/>
                <a:chOff x="675777" y="2629065"/>
                <a:chExt cx="307975" cy="228435"/>
              </a:xfrm>
            </p:grpSpPr>
            <p:cxnSp>
              <p:nvCxnSpPr>
                <p:cNvPr id="178" name="直接连接符 177"/>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72" name="组合 171"/>
              <p:cNvGrpSpPr/>
              <p:nvPr/>
            </p:nvGrpSpPr>
            <p:grpSpPr>
              <a:xfrm>
                <a:off x="1060745" y="2628841"/>
                <a:ext cx="307975" cy="228435"/>
                <a:chOff x="675777" y="2629065"/>
                <a:chExt cx="307975" cy="228435"/>
              </a:xfrm>
            </p:grpSpPr>
            <p:cxnSp>
              <p:nvCxnSpPr>
                <p:cNvPr id="173" name="直接连接符 172"/>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132" name="组合 131"/>
            <p:cNvGrpSpPr/>
            <p:nvPr/>
          </p:nvGrpSpPr>
          <p:grpSpPr>
            <a:xfrm>
              <a:off x="1445713" y="2636581"/>
              <a:ext cx="692943" cy="228659"/>
              <a:chOff x="675777" y="2628841"/>
              <a:chExt cx="692943" cy="228659"/>
            </a:xfrm>
          </p:grpSpPr>
          <p:grpSp>
            <p:nvGrpSpPr>
              <p:cNvPr id="159" name="组合 158"/>
              <p:cNvGrpSpPr/>
              <p:nvPr/>
            </p:nvGrpSpPr>
            <p:grpSpPr>
              <a:xfrm>
                <a:off x="675777" y="2629065"/>
                <a:ext cx="307975" cy="228435"/>
                <a:chOff x="675777" y="2629065"/>
                <a:chExt cx="307975" cy="228435"/>
              </a:xfrm>
            </p:grpSpPr>
            <p:cxnSp>
              <p:nvCxnSpPr>
                <p:cNvPr id="166" name="直接连接符 165"/>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60" name="组合 159"/>
              <p:cNvGrpSpPr/>
              <p:nvPr/>
            </p:nvGrpSpPr>
            <p:grpSpPr>
              <a:xfrm>
                <a:off x="1060745" y="2628841"/>
                <a:ext cx="307975" cy="228435"/>
                <a:chOff x="675777" y="2629065"/>
                <a:chExt cx="307975" cy="228435"/>
              </a:xfrm>
            </p:grpSpPr>
            <p:cxnSp>
              <p:nvCxnSpPr>
                <p:cNvPr id="161" name="直接连接符 160"/>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133" name="组合 132"/>
            <p:cNvGrpSpPr/>
            <p:nvPr/>
          </p:nvGrpSpPr>
          <p:grpSpPr>
            <a:xfrm>
              <a:off x="2209302" y="2636581"/>
              <a:ext cx="692943" cy="228659"/>
              <a:chOff x="675777" y="2628841"/>
              <a:chExt cx="692943" cy="228659"/>
            </a:xfrm>
          </p:grpSpPr>
          <p:grpSp>
            <p:nvGrpSpPr>
              <p:cNvPr id="147" name="组合 146"/>
              <p:cNvGrpSpPr/>
              <p:nvPr/>
            </p:nvGrpSpPr>
            <p:grpSpPr>
              <a:xfrm>
                <a:off x="675777" y="2629065"/>
                <a:ext cx="307975" cy="228435"/>
                <a:chOff x="675777" y="2629065"/>
                <a:chExt cx="307975" cy="228435"/>
              </a:xfrm>
            </p:grpSpPr>
            <p:cxnSp>
              <p:nvCxnSpPr>
                <p:cNvPr id="154" name="直接连接符 153"/>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48" name="组合 147"/>
              <p:cNvGrpSpPr/>
              <p:nvPr/>
            </p:nvGrpSpPr>
            <p:grpSpPr>
              <a:xfrm>
                <a:off x="1060745" y="2628841"/>
                <a:ext cx="307975" cy="228435"/>
                <a:chOff x="675777" y="2629065"/>
                <a:chExt cx="307975" cy="228435"/>
              </a:xfrm>
            </p:grpSpPr>
            <p:cxnSp>
              <p:nvCxnSpPr>
                <p:cNvPr id="149" name="直接连接符 148"/>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134" name="组合 133"/>
            <p:cNvGrpSpPr/>
            <p:nvPr/>
          </p:nvGrpSpPr>
          <p:grpSpPr>
            <a:xfrm>
              <a:off x="2979238" y="2636581"/>
              <a:ext cx="692943" cy="228659"/>
              <a:chOff x="675777" y="2628841"/>
              <a:chExt cx="692943" cy="228659"/>
            </a:xfrm>
          </p:grpSpPr>
          <p:grpSp>
            <p:nvGrpSpPr>
              <p:cNvPr id="135" name="组合 134"/>
              <p:cNvGrpSpPr/>
              <p:nvPr/>
            </p:nvGrpSpPr>
            <p:grpSpPr>
              <a:xfrm>
                <a:off x="675777" y="2629065"/>
                <a:ext cx="307975" cy="228435"/>
                <a:chOff x="675777" y="2629065"/>
                <a:chExt cx="307975" cy="228435"/>
              </a:xfrm>
            </p:grpSpPr>
            <p:cxnSp>
              <p:nvCxnSpPr>
                <p:cNvPr id="142" name="直接连接符 141"/>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36" name="组合 135"/>
              <p:cNvGrpSpPr/>
              <p:nvPr/>
            </p:nvGrpSpPr>
            <p:grpSpPr>
              <a:xfrm>
                <a:off x="1060745" y="2628841"/>
                <a:ext cx="307975" cy="228435"/>
                <a:chOff x="675777" y="2629065"/>
                <a:chExt cx="307975" cy="228435"/>
              </a:xfrm>
            </p:grpSpPr>
            <p:cxnSp>
              <p:nvCxnSpPr>
                <p:cNvPr id="137" name="直接连接符 136"/>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grpSp>
        <p:nvGrpSpPr>
          <p:cNvPr id="183" name="组合 182"/>
          <p:cNvGrpSpPr/>
          <p:nvPr/>
        </p:nvGrpSpPr>
        <p:grpSpPr>
          <a:xfrm>
            <a:off x="10100233" y="2462245"/>
            <a:ext cx="692943" cy="228659"/>
            <a:chOff x="675777" y="2628841"/>
            <a:chExt cx="692943" cy="228659"/>
          </a:xfrm>
        </p:grpSpPr>
        <p:grpSp>
          <p:nvGrpSpPr>
            <p:cNvPr id="184" name="组合 183"/>
            <p:cNvGrpSpPr/>
            <p:nvPr/>
          </p:nvGrpSpPr>
          <p:grpSpPr>
            <a:xfrm>
              <a:off x="675777" y="2629065"/>
              <a:ext cx="307975" cy="228435"/>
              <a:chOff x="675777" y="2629065"/>
              <a:chExt cx="307975" cy="228435"/>
            </a:xfrm>
          </p:grpSpPr>
          <p:cxnSp>
            <p:nvCxnSpPr>
              <p:cNvPr id="191" name="直接连接符 190"/>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85" name="组合 184"/>
            <p:cNvGrpSpPr/>
            <p:nvPr/>
          </p:nvGrpSpPr>
          <p:grpSpPr>
            <a:xfrm>
              <a:off x="1060745" y="2628841"/>
              <a:ext cx="307975" cy="228435"/>
              <a:chOff x="675777" y="2629065"/>
              <a:chExt cx="307975" cy="228435"/>
            </a:xfrm>
          </p:grpSpPr>
          <p:cxnSp>
            <p:nvCxnSpPr>
              <p:cNvPr id="186" name="直接连接符 185"/>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grpSp>
        <p:nvGrpSpPr>
          <p:cNvPr id="196" name="组合 195"/>
          <p:cNvGrpSpPr/>
          <p:nvPr/>
        </p:nvGrpSpPr>
        <p:grpSpPr>
          <a:xfrm>
            <a:off x="10870169" y="2462245"/>
            <a:ext cx="692943" cy="228659"/>
            <a:chOff x="675777" y="2628841"/>
            <a:chExt cx="692943" cy="228659"/>
          </a:xfrm>
        </p:grpSpPr>
        <p:grpSp>
          <p:nvGrpSpPr>
            <p:cNvPr id="197" name="组合 196"/>
            <p:cNvGrpSpPr/>
            <p:nvPr/>
          </p:nvGrpSpPr>
          <p:grpSpPr>
            <a:xfrm>
              <a:off x="675777" y="2629065"/>
              <a:ext cx="307975" cy="228435"/>
              <a:chOff x="675777" y="2629065"/>
              <a:chExt cx="307975" cy="228435"/>
            </a:xfrm>
          </p:grpSpPr>
          <p:cxnSp>
            <p:nvCxnSpPr>
              <p:cNvPr id="204" name="直接连接符 203"/>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1060745" y="2628841"/>
              <a:ext cx="307975" cy="228435"/>
              <a:chOff x="675777" y="2629065"/>
              <a:chExt cx="307975" cy="228435"/>
            </a:xfrm>
          </p:grpSpPr>
          <p:cxnSp>
            <p:nvCxnSpPr>
              <p:cNvPr id="199" name="直接连接符 198"/>
              <p:cNvCxnSpPr/>
              <p:nvPr/>
            </p:nvCxnSpPr>
            <p:spPr>
              <a:xfrm>
                <a:off x="675777" y="2629065"/>
                <a:ext cx="0" cy="228435"/>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752771"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a:off x="829765"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a:off x="906759"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983752" y="2629065"/>
                <a:ext cx="0" cy="11096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pic>
        <p:nvPicPr>
          <p:cNvPr id="211" name="图片 210"/>
          <p:cNvPicPr>
            <a:picLocks noChangeAspect="1"/>
          </p:cNvPicPr>
          <p:nvPr/>
        </p:nvPicPr>
        <p:blipFill>
          <a:blip r:embed="rId2" cstate="screen"/>
          <a:stretch>
            <a:fillRect/>
          </a:stretch>
        </p:blipFill>
        <p:spPr>
          <a:xfrm>
            <a:off x="861609" y="3810499"/>
            <a:ext cx="1387565" cy="925044"/>
          </a:xfrm>
          <a:prstGeom prst="roundRect">
            <a:avLst/>
          </a:prstGeom>
        </p:spPr>
      </p:pic>
      <p:pic>
        <p:nvPicPr>
          <p:cNvPr id="213" name="图片 212"/>
          <p:cNvPicPr>
            <a:picLocks noChangeAspect="1"/>
          </p:cNvPicPr>
          <p:nvPr/>
        </p:nvPicPr>
        <p:blipFill>
          <a:blip r:embed="rId3" cstate="screen"/>
          <a:stretch>
            <a:fillRect/>
          </a:stretch>
        </p:blipFill>
        <p:spPr>
          <a:xfrm>
            <a:off x="3789638" y="4340514"/>
            <a:ext cx="1472692" cy="925044"/>
          </a:xfrm>
          <a:prstGeom prst="roundRect">
            <a:avLst/>
          </a:prstGeom>
        </p:spPr>
      </p:pic>
      <p:pic>
        <p:nvPicPr>
          <p:cNvPr id="215" name="图片 214"/>
          <p:cNvPicPr>
            <a:picLocks noChangeAspect="1"/>
          </p:cNvPicPr>
          <p:nvPr/>
        </p:nvPicPr>
        <p:blipFill>
          <a:blip r:embed="rId4" cstate="screen"/>
          <a:stretch>
            <a:fillRect/>
          </a:stretch>
        </p:blipFill>
        <p:spPr>
          <a:xfrm>
            <a:off x="6564874" y="3875095"/>
            <a:ext cx="1480151" cy="814083"/>
          </a:xfrm>
          <a:prstGeom prst="roundRect">
            <a:avLst/>
          </a:prstGeom>
        </p:spPr>
      </p:pic>
      <p:pic>
        <p:nvPicPr>
          <p:cNvPr id="217" name="图片 216"/>
          <p:cNvPicPr>
            <a:picLocks noChangeAspect="1"/>
          </p:cNvPicPr>
          <p:nvPr/>
        </p:nvPicPr>
        <p:blipFill rotWithShape="1">
          <a:blip r:embed="rId5" cstate="screen"/>
          <a:srcRect/>
          <a:stretch>
            <a:fillRect/>
          </a:stretch>
        </p:blipFill>
        <p:spPr>
          <a:xfrm>
            <a:off x="9428097" y="3705347"/>
            <a:ext cx="1224632" cy="783369"/>
          </a:xfrm>
          <a:prstGeom prst="round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p:txBody>
          <a:bodyPr/>
          <a:lstStyle/>
          <a:p>
            <a:r>
              <a:rPr lang="zh-CN" altLang="en-US" dirty="0"/>
              <a:t>图文混排版式</a:t>
            </a:r>
            <a:r>
              <a:rPr lang="zh-CN" altLang="en-US" b="0" dirty="0"/>
              <a:t>（七）</a:t>
            </a:r>
          </a:p>
        </p:txBody>
      </p:sp>
      <p:sp>
        <p:nvSpPr>
          <p:cNvPr id="2" name="灯片编号占位符 1"/>
          <p:cNvSpPr>
            <a:spLocks noGrp="1"/>
          </p:cNvSpPr>
          <p:nvPr>
            <p:ph type="sldNum" sz="quarter" idx="4"/>
          </p:nvPr>
        </p:nvSpPr>
        <p:spPr>
          <a:xfrm>
            <a:off x="11078570" y="6423126"/>
            <a:ext cx="1037230" cy="342900"/>
          </a:xfrm>
        </p:spPr>
        <p:txBody>
          <a:bodyPr/>
          <a:lstStyle/>
          <a:p>
            <a:fld id="{548644C6-89F0-466C-949F-E70AD72679A8}" type="slidenum">
              <a:rPr lang="zh-CN" altLang="en-US" smtClean="0"/>
              <a:t>18</a:t>
            </a:fld>
            <a:endParaRPr lang="zh-CN" altLang="en-US" dirty="0"/>
          </a:p>
        </p:txBody>
      </p:sp>
      <p:sp>
        <p:nvSpPr>
          <p:cNvPr id="3" name="Object 4013"/>
          <p:cNvSpPr txBox="1"/>
          <p:nvPr/>
        </p:nvSpPr>
        <p:spPr>
          <a:xfrm>
            <a:off x="849934" y="800631"/>
            <a:ext cx="3974801" cy="520858"/>
          </a:xfrm>
          <a:prstGeom prst="rect">
            <a:avLst/>
          </a:prstGeom>
        </p:spPr>
        <p:txBody>
          <a:bodyPr vert="horz" rtlCol="0" anchor="ctr" anchorCtr="0">
            <a:noAutofit/>
          </a:bodyPr>
          <a:lstStyle/>
          <a:p>
            <a:endParaRPr lang="zh-CN" altLang="en-US" sz="3200" dirty="0">
              <a:solidFill>
                <a:srgbClr val="A62038"/>
              </a:solidFill>
            </a:endParaRPr>
          </a:p>
        </p:txBody>
      </p:sp>
      <p:pic>
        <p:nvPicPr>
          <p:cNvPr id="4" name="图片 3"/>
          <p:cNvPicPr>
            <a:picLocks noChangeAspect="1"/>
          </p:cNvPicPr>
          <p:nvPr/>
        </p:nvPicPr>
        <p:blipFill>
          <a:blip r:embed="rId2" cstate="screen">
            <a:extLst>
              <a:ext uri="{BEBA8EAE-BF5A-486C-A8C5-ECC9F3942E4B}">
                <a14:imgProps xmlns:a14="http://schemas.microsoft.com/office/drawing/2010/main">
                  <a14:imgLayer r:embed="rId3">
                    <a14:imgEffect>
                      <a14:brightnessContrast contrast="20000"/>
                    </a14:imgEffect>
                    <a14:imgEffect>
                      <a14:saturation sat="33000"/>
                    </a14:imgEffect>
                  </a14:imgLayer>
                </a14:imgProps>
              </a:ext>
            </a:extLst>
          </a:blip>
          <a:stretch>
            <a:fillRect/>
          </a:stretch>
        </p:blipFill>
        <p:spPr>
          <a:xfrm>
            <a:off x="572602" y="1321489"/>
            <a:ext cx="5296783" cy="4134170"/>
          </a:xfrm>
          <a:prstGeom prst="roundRect">
            <a:avLst>
              <a:gd name="adj" fmla="val 4797"/>
            </a:avLst>
          </a:prstGeom>
          <a:ln>
            <a:solidFill>
              <a:schemeClr val="bg1">
                <a:lumMod val="85000"/>
              </a:schemeClr>
            </a:solidFill>
          </a:ln>
        </p:spPr>
      </p:pic>
      <p:sp>
        <p:nvSpPr>
          <p:cNvPr id="8" name="Object 1706"/>
          <p:cNvSpPr txBox="1"/>
          <p:nvPr/>
        </p:nvSpPr>
        <p:spPr>
          <a:xfrm>
            <a:off x="7865837" y="2077922"/>
            <a:ext cx="3277387" cy="384851"/>
          </a:xfrm>
          <a:prstGeom prst="rect">
            <a:avLst/>
          </a:prstGeom>
        </p:spPr>
        <p:txBody>
          <a:bodyPr vert="horz" rtlCol="0" anchor="t" anchorCtr="0">
            <a:noAutofit/>
          </a:bodyPr>
          <a:lstStyle/>
          <a:p>
            <a:r>
              <a:rPr lang="zh-CN" altLang="en-US" sz="1400" dirty="0">
                <a:solidFill>
                  <a:schemeClr val="bg1">
                    <a:lumMod val="75000"/>
                  </a:schemeClr>
                </a:solidFill>
                <a:latin typeface="+mj-ea"/>
                <a:ea typeface="+mj-ea"/>
              </a:rPr>
              <a:t>上海交通大学</a:t>
            </a:r>
          </a:p>
        </p:txBody>
      </p:sp>
      <p:sp>
        <p:nvSpPr>
          <p:cNvPr id="12" name="Object 17010"/>
          <p:cNvSpPr txBox="1"/>
          <p:nvPr/>
        </p:nvSpPr>
        <p:spPr>
          <a:xfrm>
            <a:off x="7865838" y="2876420"/>
            <a:ext cx="3277387" cy="384851"/>
          </a:xfrm>
          <a:prstGeom prst="rect">
            <a:avLst/>
          </a:prstGeom>
        </p:spPr>
        <p:txBody>
          <a:bodyPr vert="horz" rtlCol="0" anchor="t" anchorCtr="0">
            <a:noAutofit/>
          </a:bodyPr>
          <a:lstStyle/>
          <a:p>
            <a:pPr>
              <a:lnSpc>
                <a:spcPct val="125000"/>
              </a:lnSpc>
            </a:pPr>
            <a:r>
              <a:rPr lang="en-US" altLang="zh-CN" sz="1400" dirty="0">
                <a:solidFill>
                  <a:schemeClr val="bg1">
                    <a:lumMod val="75000"/>
                  </a:schemeClr>
                </a:solidFill>
                <a:latin typeface="+mj-ea"/>
                <a:ea typeface="+mj-ea"/>
              </a:rPr>
              <a:t>86-21-54740000</a:t>
            </a:r>
            <a:endParaRPr lang="zh-CN" altLang="en-US" sz="900" dirty="0">
              <a:solidFill>
                <a:schemeClr val="bg1">
                  <a:lumMod val="75000"/>
                </a:schemeClr>
              </a:solidFill>
              <a:latin typeface="+mj-ea"/>
              <a:ea typeface="+mj-ea"/>
            </a:endParaRPr>
          </a:p>
        </p:txBody>
      </p:sp>
      <p:sp>
        <p:nvSpPr>
          <p:cNvPr id="16" name="Object 17014"/>
          <p:cNvSpPr txBox="1"/>
          <p:nvPr/>
        </p:nvSpPr>
        <p:spPr>
          <a:xfrm>
            <a:off x="7865838" y="3684497"/>
            <a:ext cx="3277387" cy="414790"/>
          </a:xfrm>
          <a:prstGeom prst="rect">
            <a:avLst/>
          </a:prstGeom>
        </p:spPr>
        <p:txBody>
          <a:bodyPr vert="horz" rtlCol="0" anchor="t" anchorCtr="0">
            <a:noAutofit/>
          </a:bodyPr>
          <a:lstStyle/>
          <a:p>
            <a:pPr algn="l">
              <a:lnSpc>
                <a:spcPct val="125000"/>
              </a:lnSpc>
            </a:pPr>
            <a:r>
              <a:rPr lang="zh-CN" altLang="en-US" sz="1400" dirty="0">
                <a:solidFill>
                  <a:schemeClr val="bg1">
                    <a:lumMod val="75000"/>
                  </a:schemeClr>
                </a:solidFill>
                <a:latin typeface="+mj-ea"/>
                <a:ea typeface="+mj-ea"/>
              </a:rPr>
              <a:t>上海市闵行区东川路</a:t>
            </a:r>
            <a:r>
              <a:rPr lang="en-US" altLang="zh-CN" sz="1400" dirty="0">
                <a:solidFill>
                  <a:schemeClr val="bg1">
                    <a:lumMod val="75000"/>
                  </a:schemeClr>
                </a:solidFill>
                <a:latin typeface="+mj-ea"/>
                <a:ea typeface="+mj-ea"/>
              </a:rPr>
              <a:t>800</a:t>
            </a:r>
            <a:r>
              <a:rPr lang="zh-CN" altLang="en-US" sz="1400" dirty="0">
                <a:solidFill>
                  <a:schemeClr val="bg1">
                    <a:lumMod val="75000"/>
                  </a:schemeClr>
                </a:solidFill>
                <a:latin typeface="+mj-ea"/>
                <a:ea typeface="+mj-ea"/>
              </a:rPr>
              <a:t>号</a:t>
            </a:r>
            <a:endParaRPr lang="zh-CN" altLang="en-US" sz="1000" dirty="0">
              <a:solidFill>
                <a:schemeClr val="bg1">
                  <a:lumMod val="75000"/>
                </a:schemeClr>
              </a:solidFill>
              <a:latin typeface="+mj-ea"/>
              <a:ea typeface="+mj-ea"/>
            </a:endParaRPr>
          </a:p>
        </p:txBody>
      </p:sp>
      <p:sp>
        <p:nvSpPr>
          <p:cNvPr id="18" name="矩形 17"/>
          <p:cNvSpPr/>
          <p:nvPr/>
        </p:nvSpPr>
        <p:spPr>
          <a:xfrm>
            <a:off x="7875363" y="3378504"/>
            <a:ext cx="1261884" cy="406971"/>
          </a:xfrm>
          <a:prstGeom prst="rect">
            <a:avLst/>
          </a:prstGeom>
        </p:spPr>
        <p:txBody>
          <a:bodyPr wrap="none">
            <a:spAutoFit/>
          </a:bodyPr>
          <a:lstStyle/>
          <a:p>
            <a:pPr>
              <a:lnSpc>
                <a:spcPct val="125000"/>
              </a:lnSpc>
            </a:pPr>
            <a:r>
              <a:rPr lang="zh-CN" altLang="zh-CN" b="1" spc="300" dirty="0">
                <a:solidFill>
                  <a:srgbClr val="666666"/>
                </a:solidFill>
                <a:latin typeface="+mj-ea"/>
              </a:rPr>
              <a:t>联系地址</a:t>
            </a:r>
            <a:endParaRPr lang="zh-CN" altLang="en-US" b="1" spc="300" dirty="0">
              <a:solidFill>
                <a:srgbClr val="666666"/>
              </a:solidFill>
              <a:latin typeface="+mj-ea"/>
            </a:endParaRPr>
          </a:p>
        </p:txBody>
      </p:sp>
      <p:sp>
        <p:nvSpPr>
          <p:cNvPr id="19" name="矩形 18"/>
          <p:cNvSpPr/>
          <p:nvPr/>
        </p:nvSpPr>
        <p:spPr>
          <a:xfrm>
            <a:off x="7875363" y="1751851"/>
            <a:ext cx="992579" cy="406971"/>
          </a:xfrm>
          <a:prstGeom prst="rect">
            <a:avLst/>
          </a:prstGeom>
        </p:spPr>
        <p:txBody>
          <a:bodyPr wrap="none">
            <a:spAutoFit/>
          </a:bodyPr>
          <a:lstStyle/>
          <a:p>
            <a:pPr>
              <a:lnSpc>
                <a:spcPct val="125000"/>
              </a:lnSpc>
            </a:pPr>
            <a:r>
              <a:rPr lang="zh-CN" altLang="en-US" b="1" spc="300" dirty="0">
                <a:solidFill>
                  <a:srgbClr val="666666"/>
                </a:solidFill>
                <a:latin typeface="+mj-ea"/>
              </a:rPr>
              <a:t>联系人</a:t>
            </a:r>
          </a:p>
        </p:txBody>
      </p:sp>
      <p:sp>
        <p:nvSpPr>
          <p:cNvPr id="20" name="矩形 19"/>
          <p:cNvSpPr/>
          <p:nvPr/>
        </p:nvSpPr>
        <p:spPr>
          <a:xfrm>
            <a:off x="7875363" y="2596643"/>
            <a:ext cx="1261884" cy="406971"/>
          </a:xfrm>
          <a:prstGeom prst="rect">
            <a:avLst/>
          </a:prstGeom>
        </p:spPr>
        <p:txBody>
          <a:bodyPr wrap="none">
            <a:spAutoFit/>
          </a:bodyPr>
          <a:lstStyle/>
          <a:p>
            <a:pPr>
              <a:lnSpc>
                <a:spcPct val="125000"/>
              </a:lnSpc>
            </a:pPr>
            <a:r>
              <a:rPr lang="zh-CN" altLang="en-US" b="1" spc="300" dirty="0">
                <a:solidFill>
                  <a:srgbClr val="666666"/>
                </a:solidFill>
                <a:latin typeface="+mj-ea"/>
              </a:rPr>
              <a:t>联系电话</a:t>
            </a:r>
          </a:p>
        </p:txBody>
      </p:sp>
      <p:pic>
        <p:nvPicPr>
          <p:cNvPr id="21" name="图片 20"/>
          <p:cNvPicPr>
            <a:picLocks noChangeAspect="1"/>
          </p:cNvPicPr>
          <p:nvPr/>
        </p:nvPicPr>
        <p:blipFill>
          <a:blip r:embed="rId4" cstate="screen"/>
          <a:stretch>
            <a:fillRect/>
          </a:stretch>
        </p:blipFill>
        <p:spPr>
          <a:xfrm>
            <a:off x="7257350" y="3405776"/>
            <a:ext cx="608488" cy="608488"/>
          </a:xfrm>
          <a:prstGeom prst="rect">
            <a:avLst/>
          </a:prstGeom>
        </p:spPr>
      </p:pic>
      <p:pic>
        <p:nvPicPr>
          <p:cNvPr id="22" name="图片 21"/>
          <p:cNvPicPr>
            <a:picLocks noChangeAspect="1"/>
          </p:cNvPicPr>
          <p:nvPr/>
        </p:nvPicPr>
        <p:blipFill>
          <a:blip r:embed="rId5" cstate="screen"/>
          <a:stretch>
            <a:fillRect/>
          </a:stretch>
        </p:blipFill>
        <p:spPr>
          <a:xfrm>
            <a:off x="7257350" y="1782324"/>
            <a:ext cx="608488" cy="608488"/>
          </a:xfrm>
          <a:prstGeom prst="rect">
            <a:avLst/>
          </a:prstGeom>
        </p:spPr>
      </p:pic>
      <p:pic>
        <p:nvPicPr>
          <p:cNvPr id="23" name="图片 22"/>
          <p:cNvPicPr>
            <a:picLocks noChangeAspect="1"/>
          </p:cNvPicPr>
          <p:nvPr/>
        </p:nvPicPr>
        <p:blipFill>
          <a:blip r:embed="rId6" cstate="screen"/>
          <a:stretch>
            <a:fillRect/>
          </a:stretch>
        </p:blipFill>
        <p:spPr>
          <a:xfrm>
            <a:off x="7257350" y="2630936"/>
            <a:ext cx="608488" cy="608488"/>
          </a:xfrm>
          <a:prstGeom prst="rect">
            <a:avLst/>
          </a:prstGeom>
        </p:spPr>
      </p:pic>
      <p:sp>
        <p:nvSpPr>
          <p:cNvPr id="26" name="泪滴形 25"/>
          <p:cNvSpPr/>
          <p:nvPr/>
        </p:nvSpPr>
        <p:spPr>
          <a:xfrm rot="8100000">
            <a:off x="4243693" y="2720256"/>
            <a:ext cx="385105" cy="385105"/>
          </a:xfrm>
          <a:prstGeom prst="teardrop">
            <a:avLst>
              <a:gd name="adj" fmla="val 189794"/>
            </a:avLst>
          </a:prstGeom>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泪滴形 26"/>
          <p:cNvSpPr/>
          <p:nvPr/>
        </p:nvSpPr>
        <p:spPr>
          <a:xfrm rot="8100000">
            <a:off x="2518214" y="3417112"/>
            <a:ext cx="222928" cy="222928"/>
          </a:xfrm>
          <a:prstGeom prst="teardrop">
            <a:avLst>
              <a:gd name="adj" fmla="val 189794"/>
            </a:avLst>
          </a:prstGeom>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33755" y="1327987"/>
            <a:ext cx="4111428" cy="766896"/>
          </a:xfrm>
          <a:prstGeom prst="rect">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1"/>
          </p:nvPr>
        </p:nvSpPr>
        <p:spPr/>
        <p:txBody>
          <a:bodyPr/>
          <a:lstStyle/>
          <a:p>
            <a:r>
              <a:rPr lang="zh-CN" altLang="en-US" dirty="0"/>
              <a:t>图表文字混排版式</a:t>
            </a:r>
            <a:r>
              <a:rPr lang="zh-CN" altLang="en-US" b="0" dirty="0"/>
              <a:t>（一）</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19</a:t>
            </a:fld>
            <a:endParaRPr lang="zh-CN" altLang="en-US"/>
          </a:p>
        </p:txBody>
      </p:sp>
      <p:graphicFrame>
        <p:nvGraphicFramePr>
          <p:cNvPr id="11" name="图表 10"/>
          <p:cNvGraphicFramePr/>
          <p:nvPr/>
        </p:nvGraphicFramePr>
        <p:xfrm>
          <a:off x="5209309" y="1327987"/>
          <a:ext cx="6142181" cy="4202025"/>
        </p:xfrm>
        <a:graphic>
          <a:graphicData uri="http://schemas.openxmlformats.org/drawingml/2006/chart">
            <c:chart xmlns:c="http://schemas.openxmlformats.org/drawingml/2006/chart" xmlns:r="http://schemas.openxmlformats.org/officeDocument/2006/relationships" r:id="rId3"/>
          </a:graphicData>
        </a:graphic>
      </p:graphicFrame>
      <p:sp>
        <p:nvSpPr>
          <p:cNvPr id="13" name="矩形 12"/>
          <p:cNvSpPr/>
          <p:nvPr/>
        </p:nvSpPr>
        <p:spPr>
          <a:xfrm>
            <a:off x="633755" y="2094883"/>
            <a:ext cx="4111428" cy="328006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bject 4013"/>
          <p:cNvSpPr txBox="1"/>
          <p:nvPr/>
        </p:nvSpPr>
        <p:spPr>
          <a:xfrm>
            <a:off x="1006287" y="1451006"/>
            <a:ext cx="3599195" cy="520858"/>
          </a:xfrm>
          <a:prstGeom prst="rect">
            <a:avLst/>
          </a:prstGeom>
        </p:spPr>
        <p:txBody>
          <a:bodyPr vert="horz" rtlCol="0" anchor="ctr" anchorCtr="0">
            <a:noAutofit/>
          </a:bodyPr>
          <a:lstStyle/>
          <a:p>
            <a:pPr>
              <a:lnSpc>
                <a:spcPct val="96000"/>
              </a:lnSpc>
            </a:pPr>
            <a:r>
              <a:rPr lang="zh-CN" altLang="en-US" sz="2400" b="1" dirty="0">
                <a:solidFill>
                  <a:srgbClr val="A62038"/>
                </a:solidFill>
                <a:latin typeface="+mj-ea"/>
                <a:ea typeface="+mj-ea"/>
              </a:rPr>
              <a:t>在此添加段落要点</a:t>
            </a:r>
            <a:endParaRPr lang="zh-CN" altLang="en-US" sz="1100" b="1" dirty="0">
              <a:solidFill>
                <a:srgbClr val="A62038"/>
              </a:solidFill>
              <a:latin typeface="+mj-ea"/>
              <a:ea typeface="+mj-ea"/>
            </a:endParaRPr>
          </a:p>
        </p:txBody>
      </p:sp>
      <p:sp>
        <p:nvSpPr>
          <p:cNvPr id="15" name="Object 4014"/>
          <p:cNvSpPr txBox="1"/>
          <p:nvPr/>
        </p:nvSpPr>
        <p:spPr>
          <a:xfrm>
            <a:off x="1006287" y="2238136"/>
            <a:ext cx="3366364" cy="2381725"/>
          </a:xfrm>
          <a:prstGeom prst="rect">
            <a:avLst/>
          </a:prstGeom>
        </p:spPr>
        <p:txBody>
          <a:bodyPr vert="horz" rtlCol="0" anchor="t" anchorCtr="0">
            <a:noAutofit/>
          </a:bodyPr>
          <a:lstStyle/>
          <a:p>
            <a:pPr algn="just">
              <a:lnSpc>
                <a:spcPct val="130000"/>
              </a:lnSpc>
              <a:spcBef>
                <a:spcPts val="600"/>
              </a:spcBef>
            </a:pPr>
            <a:r>
              <a:rPr lang="zh-CN" altLang="en-US" dirty="0">
                <a:solidFill>
                  <a:schemeClr val="bg1">
                    <a:lumMod val="50000"/>
                  </a:schemeClr>
                </a:solidFill>
                <a:latin typeface="+mj-ea"/>
              </a:rPr>
              <a:t>在此添加您需要的文字。在此添加您需要的文字。在此添加您需要在此添加您需要的文字。在此添加您的文字。在此添加您需要的文字。在此添加您需要的文字。在此添加您需要的文字。</a:t>
            </a:r>
          </a:p>
        </p:txBody>
      </p:sp>
      <p:sp>
        <p:nvSpPr>
          <p:cNvPr id="17" name="半闭框 16"/>
          <p:cNvSpPr/>
          <p:nvPr/>
        </p:nvSpPr>
        <p:spPr>
          <a:xfrm rot="10800000">
            <a:off x="4423155" y="5042856"/>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图表文字混排版式（二）</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20</a:t>
            </a:fld>
            <a:endParaRPr lang="zh-CN" altLang="en-US"/>
          </a:p>
        </p:txBody>
      </p:sp>
      <p:graphicFrame>
        <p:nvGraphicFramePr>
          <p:cNvPr id="12" name="图表 11"/>
          <p:cNvGraphicFramePr/>
          <p:nvPr/>
        </p:nvGraphicFramePr>
        <p:xfrm>
          <a:off x="6353267" y="1066223"/>
          <a:ext cx="4725303" cy="4178295"/>
        </p:xfrm>
        <a:graphic>
          <a:graphicData uri="http://schemas.openxmlformats.org/drawingml/2006/chart">
            <c:chart xmlns:c="http://schemas.openxmlformats.org/drawingml/2006/chart" xmlns:r="http://schemas.openxmlformats.org/officeDocument/2006/relationships" r:id="rId3"/>
          </a:graphicData>
        </a:graphic>
      </p:graphicFrame>
      <p:sp>
        <p:nvSpPr>
          <p:cNvPr id="11" name="文本占位符 1"/>
          <p:cNvSpPr txBox="1"/>
          <p:nvPr/>
        </p:nvSpPr>
        <p:spPr>
          <a:xfrm>
            <a:off x="1485415" y="2497872"/>
            <a:ext cx="4443981" cy="2477686"/>
          </a:xfrm>
          <a:prstGeom prst="rect">
            <a:avLst/>
          </a:prstGeom>
        </p:spPr>
        <p:txBody>
          <a:bodyPr/>
          <a:lstStyle>
            <a:lvl1pPr marL="363855" indent="-363855" algn="l" defTabSz="914400" rtl="0" eaLnBrk="1" latinLnBrk="0" hangingPunct="1">
              <a:lnSpc>
                <a:spcPct val="130000"/>
              </a:lnSpc>
              <a:spcBef>
                <a:spcPts val="1000"/>
              </a:spcBef>
              <a:buClr>
                <a:srgbClr val="A62038"/>
              </a:buClr>
              <a:buFont typeface="Arial" panose="020B0604020202090204" pitchFamily="34" charset="0"/>
              <a:buChar char="•"/>
              <a:defRPr sz="2400" b="0" kern="1200" spc="300">
                <a:solidFill>
                  <a:schemeClr val="accent2">
                    <a:lumMod val="50000"/>
                  </a:schemeClr>
                </a:solidFill>
                <a:latin typeface="+mn-lt"/>
                <a:ea typeface="+mn-ea"/>
                <a:cs typeface="+mn-cs"/>
              </a:defRPr>
            </a:lvl1pPr>
            <a:lvl2pPr marL="685800" indent="-228600" algn="l" defTabSz="914400" rtl="0" eaLnBrk="1" latinLnBrk="0" hangingPunct="1">
              <a:lnSpc>
                <a:spcPct val="130000"/>
              </a:lnSpc>
              <a:spcBef>
                <a:spcPts val="500"/>
              </a:spcBef>
              <a:buClr>
                <a:srgbClr val="A62038"/>
              </a:buClr>
              <a:buFont typeface="Arial" panose="020B0604020202090204" pitchFamily="34" charset="0"/>
              <a:buChar char="•"/>
              <a:defRPr sz="2400" kern="1200" spc="300">
                <a:solidFill>
                  <a:schemeClr val="accent2">
                    <a:lumMod val="50000"/>
                  </a:schemeClr>
                </a:solidFill>
                <a:latin typeface="+mn-lt"/>
                <a:ea typeface="+mn-ea"/>
                <a:cs typeface="+mn-cs"/>
              </a:defRPr>
            </a:lvl2pPr>
            <a:lvl3pPr marL="1143000" indent="-228600" algn="l" defTabSz="914400" rtl="0" eaLnBrk="1" latinLnBrk="0" hangingPunct="1">
              <a:lnSpc>
                <a:spcPct val="130000"/>
              </a:lnSpc>
              <a:spcBef>
                <a:spcPts val="500"/>
              </a:spcBef>
              <a:buClr>
                <a:srgbClr val="A62038"/>
              </a:buClr>
              <a:buFont typeface="Arial" panose="020B0604020202090204" pitchFamily="34" charset="0"/>
              <a:buChar char="•"/>
              <a:defRPr sz="2000" kern="1200" spc="300">
                <a:solidFill>
                  <a:schemeClr val="accent2">
                    <a:lumMod val="50000"/>
                  </a:schemeClr>
                </a:solidFill>
                <a:latin typeface="+mn-lt"/>
                <a:ea typeface="+mn-ea"/>
                <a:cs typeface="+mn-cs"/>
              </a:defRPr>
            </a:lvl3pPr>
            <a:lvl4pPr marL="16002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4pPr>
            <a:lvl5pPr marL="2057400" indent="-228600" algn="l" defTabSz="914400" rtl="0" eaLnBrk="1" latinLnBrk="0" hangingPunct="1">
              <a:lnSpc>
                <a:spcPct val="130000"/>
              </a:lnSpc>
              <a:spcBef>
                <a:spcPts val="500"/>
              </a:spcBef>
              <a:buClr>
                <a:srgbClr val="A62038"/>
              </a:buClr>
              <a:buFont typeface="Arial" panose="020B0604020202090204" pitchFamily="34" charset="0"/>
              <a:buChar char="•"/>
              <a:defRPr sz="1800" kern="1200" spc="300">
                <a:solidFill>
                  <a:schemeClr val="accent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Font typeface="Arial" panose="020B0604020202090204" pitchFamily="34" charset="0"/>
              <a:buNone/>
            </a:pPr>
            <a:r>
              <a:rPr lang="zh-CN" altLang="en-US" sz="2000" dirty="0">
                <a:solidFill>
                  <a:schemeClr val="tx1">
                    <a:lumMod val="75000"/>
                    <a:lumOff val="25000"/>
                  </a:schemeClr>
                </a:solidFill>
              </a:rPr>
              <a:t>可在此处添加您的文字可在此处添加您的文字可在此处添加您的文字可在此处添加您的文字可在此处添加您的文字可在此处添加您可在此处添加您的。</a:t>
            </a:r>
            <a:endParaRPr lang="en-US" altLang="zh-CN" sz="2000" dirty="0">
              <a:solidFill>
                <a:schemeClr val="tx1">
                  <a:lumMod val="75000"/>
                  <a:lumOff val="25000"/>
                </a:schemeClr>
              </a:solidFill>
            </a:endParaRPr>
          </a:p>
        </p:txBody>
      </p:sp>
      <p:sp>
        <p:nvSpPr>
          <p:cNvPr id="13" name="Object 408"/>
          <p:cNvSpPr txBox="1"/>
          <p:nvPr/>
        </p:nvSpPr>
        <p:spPr>
          <a:xfrm>
            <a:off x="1485415" y="1977595"/>
            <a:ext cx="2643961" cy="320637"/>
          </a:xfrm>
          <a:prstGeom prst="rect">
            <a:avLst/>
          </a:prstGeom>
        </p:spPr>
        <p:txBody>
          <a:bodyPr vert="horz" rtlCol="0" anchor="ctr" anchorCtr="0">
            <a:noAutofit/>
          </a:bodyPr>
          <a:lstStyle/>
          <a:p>
            <a:pPr>
              <a:lnSpc>
                <a:spcPct val="96000"/>
              </a:lnSpc>
            </a:pPr>
            <a:r>
              <a:rPr lang="zh-CN" altLang="en-US" sz="2400" b="1" dirty="0">
                <a:solidFill>
                  <a:srgbClr val="A62038"/>
                </a:solidFill>
                <a:latin typeface="+mj-ea"/>
                <a:ea typeface="+mj-ea"/>
              </a:rPr>
              <a:t>在此添加段落要点</a:t>
            </a:r>
            <a:endParaRPr lang="zh-CN" altLang="en-US" sz="1100" b="1" dirty="0">
              <a:solidFill>
                <a:srgbClr val="A62038"/>
              </a:solidFill>
              <a:latin typeface="+mj-ea"/>
              <a:ea typeface="+mj-ea"/>
            </a:endParaRPr>
          </a:p>
        </p:txBody>
      </p:sp>
      <p:grpSp>
        <p:nvGrpSpPr>
          <p:cNvPr id="14" name="组合 13"/>
          <p:cNvGrpSpPr/>
          <p:nvPr/>
        </p:nvGrpSpPr>
        <p:grpSpPr>
          <a:xfrm>
            <a:off x="1119742" y="1413153"/>
            <a:ext cx="5125254" cy="3892384"/>
            <a:chOff x="6147934" y="1699481"/>
            <a:chExt cx="5125254" cy="3892384"/>
          </a:xfrm>
        </p:grpSpPr>
        <p:grpSp>
          <p:nvGrpSpPr>
            <p:cNvPr id="15" name="组合 14"/>
            <p:cNvGrpSpPr/>
            <p:nvPr/>
          </p:nvGrpSpPr>
          <p:grpSpPr>
            <a:xfrm>
              <a:off x="6147934" y="1699481"/>
              <a:ext cx="5125254" cy="3892384"/>
              <a:chOff x="892372" y="1699481"/>
              <a:chExt cx="4690281" cy="3892384"/>
            </a:xfrm>
          </p:grpSpPr>
          <p:sp>
            <p:nvSpPr>
              <p:cNvPr id="21" name="矩形: 圆角 20"/>
              <p:cNvSpPr/>
              <p:nvPr/>
            </p:nvSpPr>
            <p:spPr>
              <a:xfrm>
                <a:off x="892372" y="1699481"/>
                <a:ext cx="4690281" cy="3884614"/>
              </a:xfrm>
              <a:prstGeom prst="roundRect">
                <a:avLst>
                  <a:gd name="adj" fmla="val 5292"/>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半闭框 21"/>
              <p:cNvSpPr/>
              <p:nvPr/>
            </p:nvSpPr>
            <p:spPr>
              <a:xfrm rot="10800000">
                <a:off x="5260625" y="5261886"/>
                <a:ext cx="322028"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 name="矩形: 圆顶角 19"/>
            <p:cNvSpPr/>
            <p:nvPr/>
          </p:nvSpPr>
          <p:spPr>
            <a:xfrm rot="10800000">
              <a:off x="6293035" y="1706456"/>
              <a:ext cx="1032938" cy="235258"/>
            </a:xfrm>
            <a:prstGeom prst="round2SameRect">
              <a:avLst>
                <a:gd name="adj1" fmla="val 50000"/>
                <a:gd name="adj2" fmla="val 0"/>
              </a:avLst>
            </a:prstGeom>
            <a:solidFill>
              <a:srgbClr val="E0CFB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p:txBody>
          <a:bodyPr/>
          <a:lstStyle/>
          <a:p>
            <a:r>
              <a:rPr lang="zh-CN" altLang="en-US" dirty="0"/>
              <a:t>图表文字混排版式</a:t>
            </a:r>
            <a:r>
              <a:rPr lang="zh-CN" altLang="en-US" b="0" dirty="0"/>
              <a:t>（三）</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21</a:t>
            </a:fld>
            <a:endParaRPr lang="zh-CN" altLang="en-US"/>
          </a:p>
        </p:txBody>
      </p:sp>
      <p:graphicFrame>
        <p:nvGraphicFramePr>
          <p:cNvPr id="8" name="图表 7"/>
          <p:cNvGraphicFramePr/>
          <p:nvPr/>
        </p:nvGraphicFramePr>
        <p:xfrm>
          <a:off x="1012444" y="989446"/>
          <a:ext cx="9848021" cy="4646592"/>
        </p:xfrm>
        <a:graphic>
          <a:graphicData uri="http://schemas.openxmlformats.org/drawingml/2006/chart">
            <c:chart xmlns:c="http://schemas.openxmlformats.org/drawingml/2006/chart" xmlns:r="http://schemas.openxmlformats.org/officeDocument/2006/relationships" r:id="rId3"/>
          </a:graphicData>
        </a:graphic>
      </p:graphicFrame>
      <p:sp>
        <p:nvSpPr>
          <p:cNvPr id="13" name="箭头: 下 12"/>
          <p:cNvSpPr/>
          <p:nvPr/>
        </p:nvSpPr>
        <p:spPr>
          <a:xfrm rot="10800000">
            <a:off x="6262676" y="4010137"/>
            <a:ext cx="187076" cy="1097282"/>
          </a:xfrm>
          <a:prstGeom prst="downArrow">
            <a:avLst>
              <a:gd name="adj1" fmla="val 100000"/>
              <a:gd name="adj2" fmla="val 50000"/>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对话气泡: 圆角矩形 15"/>
          <p:cNvSpPr/>
          <p:nvPr/>
        </p:nvSpPr>
        <p:spPr>
          <a:xfrm>
            <a:off x="8251728" y="3585876"/>
            <a:ext cx="2079039" cy="648620"/>
          </a:xfrm>
          <a:prstGeom prst="wedgeRoundRectCallout">
            <a:avLst>
              <a:gd name="adj1" fmla="val -75994"/>
              <a:gd name="adj2" fmla="val -69285"/>
              <a:gd name="adj3" fmla="val 16667"/>
            </a:avLst>
          </a:prstGeom>
          <a:solidFill>
            <a:schemeClr val="bg1">
              <a:alpha val="7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文本框 2"/>
          <p:cNvSpPr txBox="1"/>
          <p:nvPr/>
        </p:nvSpPr>
        <p:spPr>
          <a:xfrm>
            <a:off x="8400035" y="3648398"/>
            <a:ext cx="1740477" cy="516423"/>
          </a:xfrm>
          <a:prstGeom prst="rect">
            <a:avLst/>
          </a:prstGeom>
          <a:noFill/>
        </p:spPr>
        <p:txBody>
          <a:bodyPr wrap="square" rtlCol="0">
            <a:spAutoFit/>
          </a:bodyPr>
          <a:lstStyle/>
          <a:p>
            <a:pPr algn="just">
              <a:lnSpc>
                <a:spcPct val="120000"/>
              </a:lnSpc>
              <a:spcBef>
                <a:spcPts val="600"/>
              </a:spcBef>
            </a:pPr>
            <a:r>
              <a:rPr lang="zh-CN" altLang="en-US" sz="1200" dirty="0">
                <a:solidFill>
                  <a:schemeClr val="tx1">
                    <a:lumMod val="75000"/>
                    <a:lumOff val="25000"/>
                  </a:schemeClr>
                </a:solidFill>
              </a:rPr>
              <a:t>可在此处添加您的文字可在此处添加您的文字。</a:t>
            </a:r>
          </a:p>
        </p:txBody>
      </p:sp>
      <p:grpSp>
        <p:nvGrpSpPr>
          <p:cNvPr id="10" name="组合 9"/>
          <p:cNvGrpSpPr/>
          <p:nvPr/>
        </p:nvGrpSpPr>
        <p:grpSpPr>
          <a:xfrm>
            <a:off x="2805241" y="1934296"/>
            <a:ext cx="1155699" cy="1155699"/>
            <a:chOff x="2685169" y="2202151"/>
            <a:chExt cx="1155699" cy="1155699"/>
          </a:xfrm>
        </p:grpSpPr>
        <p:sp>
          <p:nvSpPr>
            <p:cNvPr id="9" name="泪滴形 8"/>
            <p:cNvSpPr/>
            <p:nvPr/>
          </p:nvSpPr>
          <p:spPr>
            <a:xfrm rot="8100000">
              <a:off x="2685169" y="2202151"/>
              <a:ext cx="1155699" cy="1155699"/>
            </a:xfrm>
            <a:prstGeom prst="teardrop">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image 5022"/>
            <p:cNvPicPr>
              <a:picLocks noChangeAspect="1"/>
            </p:cNvPicPr>
            <p:nvPr/>
          </p:nvPicPr>
          <p:blipFill rotWithShape="1">
            <a:blip r:embed="rId4" cstate="screen"/>
            <a:srcRect b="-1"/>
            <a:stretch>
              <a:fillRect/>
            </a:stretch>
          </p:blipFill>
          <p:spPr>
            <a:xfrm>
              <a:off x="2778385" y="2289018"/>
              <a:ext cx="987582" cy="987582"/>
            </a:xfrm>
            <a:prstGeom prst="ellipse">
              <a:avLst/>
            </a:prstGeom>
          </p:spPr>
        </p:pic>
      </p:grpSp>
      <p:grpSp>
        <p:nvGrpSpPr>
          <p:cNvPr id="18" name="组合 17"/>
          <p:cNvGrpSpPr/>
          <p:nvPr/>
        </p:nvGrpSpPr>
        <p:grpSpPr>
          <a:xfrm>
            <a:off x="7094824" y="1852143"/>
            <a:ext cx="660002" cy="660002"/>
            <a:chOff x="2685169" y="2202151"/>
            <a:chExt cx="1155699" cy="1155699"/>
          </a:xfrm>
        </p:grpSpPr>
        <p:sp>
          <p:nvSpPr>
            <p:cNvPr id="19" name="泪滴形 18"/>
            <p:cNvSpPr/>
            <p:nvPr/>
          </p:nvSpPr>
          <p:spPr>
            <a:xfrm rot="8100000">
              <a:off x="2685169" y="2202151"/>
              <a:ext cx="1155699" cy="1155699"/>
            </a:xfrm>
            <a:prstGeom prst="teardrop">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image 5022"/>
            <p:cNvPicPr>
              <a:picLocks noChangeAspect="1"/>
            </p:cNvPicPr>
            <p:nvPr/>
          </p:nvPicPr>
          <p:blipFill>
            <a:blip r:embed="rId5" cstate="screen"/>
            <a:stretch>
              <a:fillRect/>
            </a:stretch>
          </p:blipFill>
          <p:spPr>
            <a:xfrm>
              <a:off x="2808398" y="2350836"/>
              <a:ext cx="909240" cy="858328"/>
            </a:xfrm>
            <a:prstGeom prst="ellipse">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40690" y="1587742"/>
            <a:ext cx="3283060" cy="3216566"/>
            <a:chOff x="7640690" y="1587742"/>
            <a:chExt cx="3283060" cy="3216566"/>
          </a:xfrm>
        </p:grpSpPr>
        <p:sp>
          <p:nvSpPr>
            <p:cNvPr id="14" name="矩形: 圆角 13"/>
            <p:cNvSpPr/>
            <p:nvPr/>
          </p:nvSpPr>
          <p:spPr>
            <a:xfrm>
              <a:off x="7640690" y="1587742"/>
              <a:ext cx="3283060" cy="3215778"/>
            </a:xfrm>
            <a:prstGeom prst="roundRect">
              <a:avLst>
                <a:gd name="adj" fmla="val 0"/>
              </a:avLst>
            </a:prstGeom>
            <a:solidFill>
              <a:schemeClr val="accent5">
                <a:lumMod val="20000"/>
                <a:lumOff val="80000"/>
              </a:schemeClr>
            </a:solidFill>
            <a:ln w="6350" cap="flat" cmpd="sng" algn="ctr">
              <a:solidFill>
                <a:schemeClr val="bg1">
                  <a:lumMod val="85000"/>
                </a:schemeClr>
              </a:solidFill>
              <a:prstDash val="solid"/>
              <a:miter lim="800000"/>
            </a:ln>
            <a:effectLst/>
          </p:spPr>
          <p:txBody>
            <a:bodyPr rtlCol="0" anchor="ctr"/>
            <a:lstStyle/>
            <a:p>
              <a:pPr algn="just"/>
              <a:endParaRPr lang="zh-CN" altLang="en-US" dirty="0"/>
            </a:p>
          </p:txBody>
        </p:sp>
        <p:sp>
          <p:nvSpPr>
            <p:cNvPr id="11" name="半闭框 10"/>
            <p:cNvSpPr/>
            <p:nvPr/>
          </p:nvSpPr>
          <p:spPr>
            <a:xfrm rot="10800000">
              <a:off x="10571857" y="4474329"/>
              <a:ext cx="351893"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5" name="文本占位符 4"/>
          <p:cNvSpPr>
            <a:spLocks noGrp="1"/>
          </p:cNvSpPr>
          <p:nvPr>
            <p:ph type="body" sz="quarter" idx="11"/>
          </p:nvPr>
        </p:nvSpPr>
        <p:spPr/>
        <p:txBody>
          <a:bodyPr/>
          <a:lstStyle/>
          <a:p>
            <a:r>
              <a:rPr lang="zh-CN" altLang="en-US" dirty="0"/>
              <a:t>图表文字混排版式</a:t>
            </a:r>
            <a:r>
              <a:rPr lang="zh-CN" altLang="en-US" b="0" dirty="0"/>
              <a:t>（四）</a:t>
            </a:r>
          </a:p>
        </p:txBody>
      </p:sp>
      <p:sp>
        <p:nvSpPr>
          <p:cNvPr id="4" name="灯片编号占位符 3"/>
          <p:cNvSpPr>
            <a:spLocks noGrp="1"/>
          </p:cNvSpPr>
          <p:nvPr>
            <p:ph type="sldNum" sz="quarter" idx="4"/>
          </p:nvPr>
        </p:nvSpPr>
        <p:spPr/>
        <p:txBody>
          <a:bodyPr/>
          <a:lstStyle/>
          <a:p>
            <a:fld id="{548644C6-89F0-466C-949F-E70AD72679A8}" type="slidenum">
              <a:rPr lang="zh-CN" altLang="en-US" smtClean="0"/>
              <a:t>22</a:t>
            </a:fld>
            <a:endParaRPr lang="zh-CN" altLang="en-US"/>
          </a:p>
        </p:txBody>
      </p:sp>
      <p:graphicFrame>
        <p:nvGraphicFramePr>
          <p:cNvPr id="2" name="表格 1"/>
          <p:cNvGraphicFramePr>
            <a:graphicFrameLocks noGrp="1"/>
          </p:cNvGraphicFramePr>
          <p:nvPr/>
        </p:nvGraphicFramePr>
        <p:xfrm>
          <a:off x="1252590" y="1587742"/>
          <a:ext cx="6246430" cy="3215778"/>
        </p:xfrm>
        <a:graphic>
          <a:graphicData uri="http://schemas.openxmlformats.org/drawingml/2006/table">
            <a:tbl>
              <a:tblPr firstRow="1" bandRow="1">
                <a:tableStyleId>{5C22544A-7EE6-4342-B048-85BDC9FD1C3A}</a:tableStyleId>
              </a:tblPr>
              <a:tblGrid>
                <a:gridCol w="1249286">
                  <a:extLst>
                    <a:ext uri="{9D8B030D-6E8A-4147-A177-3AD203B41FA5}">
                      <a16:colId xmlns:a16="http://schemas.microsoft.com/office/drawing/2014/main" val="20000"/>
                    </a:ext>
                  </a:extLst>
                </a:gridCol>
                <a:gridCol w="1249286">
                  <a:extLst>
                    <a:ext uri="{9D8B030D-6E8A-4147-A177-3AD203B41FA5}">
                      <a16:colId xmlns:a16="http://schemas.microsoft.com/office/drawing/2014/main" val="20001"/>
                    </a:ext>
                  </a:extLst>
                </a:gridCol>
                <a:gridCol w="1249286">
                  <a:extLst>
                    <a:ext uri="{9D8B030D-6E8A-4147-A177-3AD203B41FA5}">
                      <a16:colId xmlns:a16="http://schemas.microsoft.com/office/drawing/2014/main" val="20002"/>
                    </a:ext>
                  </a:extLst>
                </a:gridCol>
                <a:gridCol w="1249286">
                  <a:extLst>
                    <a:ext uri="{9D8B030D-6E8A-4147-A177-3AD203B41FA5}">
                      <a16:colId xmlns:a16="http://schemas.microsoft.com/office/drawing/2014/main" val="20003"/>
                    </a:ext>
                  </a:extLst>
                </a:gridCol>
                <a:gridCol w="1249286">
                  <a:extLst>
                    <a:ext uri="{9D8B030D-6E8A-4147-A177-3AD203B41FA5}">
                      <a16:colId xmlns:a16="http://schemas.microsoft.com/office/drawing/2014/main" val="20004"/>
                    </a:ext>
                  </a:extLst>
                </a:gridCol>
              </a:tblGrid>
              <a:tr h="535963">
                <a:tc>
                  <a:txBody>
                    <a:bodyPr/>
                    <a:lstStyle/>
                    <a:p>
                      <a:pPr algn="ctr"/>
                      <a:endParaRPr lang="zh-CN" altLang="en-US" dirty="0"/>
                    </a:p>
                  </a:txBody>
                  <a:tcPr anchor="ctr">
                    <a:lnTlToBr w="12700" cap="flat" cmpd="sng" algn="ctr">
                      <a:solidFill>
                        <a:schemeClr val="accent1">
                          <a:lumMod val="40000"/>
                          <a:lumOff val="60000"/>
                        </a:schemeClr>
                      </a:solidFill>
                      <a:prstDash val="solid"/>
                      <a:round/>
                      <a:headEnd type="none" w="med" len="med"/>
                      <a:tailEnd type="none" w="med" len="med"/>
                    </a:lnTlToBr>
                    <a:solidFill>
                      <a:srgbClr val="A62038"/>
                    </a:solidFill>
                  </a:tcPr>
                </a:tc>
                <a:tc>
                  <a:txBody>
                    <a:bodyPr/>
                    <a:lstStyle/>
                    <a:p>
                      <a:pPr algn="ctr"/>
                      <a:r>
                        <a:rPr lang="zh-CN" altLang="en-US" dirty="0"/>
                        <a:t>标题一</a:t>
                      </a:r>
                    </a:p>
                  </a:txBody>
                  <a:tcPr anchor="ctr">
                    <a:solidFill>
                      <a:srgbClr val="E0CFBD"/>
                    </a:solidFill>
                  </a:tcPr>
                </a:tc>
                <a:tc>
                  <a:txBody>
                    <a:bodyPr/>
                    <a:lstStyle/>
                    <a:p>
                      <a:pPr algn="ctr"/>
                      <a:r>
                        <a:rPr lang="zh-CN" altLang="en-US" dirty="0"/>
                        <a:t>标题二</a:t>
                      </a:r>
                    </a:p>
                  </a:txBody>
                  <a:tcPr anchor="ctr">
                    <a:solidFill>
                      <a:srgbClr val="E0CFBD"/>
                    </a:solidFill>
                  </a:tcPr>
                </a:tc>
                <a:tc>
                  <a:txBody>
                    <a:bodyPr/>
                    <a:lstStyle/>
                    <a:p>
                      <a:pPr algn="ctr"/>
                      <a:r>
                        <a:rPr lang="zh-CN" altLang="en-US" dirty="0"/>
                        <a:t>标题三</a:t>
                      </a:r>
                    </a:p>
                  </a:txBody>
                  <a:tcPr anchor="ctr">
                    <a:solidFill>
                      <a:srgbClr val="E0CFBD"/>
                    </a:solidFill>
                  </a:tcPr>
                </a:tc>
                <a:tc>
                  <a:txBody>
                    <a:bodyPr/>
                    <a:lstStyle/>
                    <a:p>
                      <a:pPr algn="ctr"/>
                      <a:r>
                        <a:rPr lang="zh-CN" altLang="en-US" dirty="0"/>
                        <a:t>标题四</a:t>
                      </a:r>
                    </a:p>
                  </a:txBody>
                  <a:tcPr anchor="ctr">
                    <a:solidFill>
                      <a:srgbClr val="E0CFBD"/>
                    </a:solidFill>
                  </a:tcPr>
                </a:tc>
                <a:extLst>
                  <a:ext uri="{0D108BD9-81ED-4DB2-BD59-A6C34878D82A}">
                    <a16:rowId xmlns:a16="http://schemas.microsoft.com/office/drawing/2014/main" val="10000"/>
                  </a:ext>
                </a:extLst>
              </a:tr>
              <a:tr h="535963">
                <a:tc>
                  <a:txBody>
                    <a:bodyPr/>
                    <a:lstStyle/>
                    <a:p>
                      <a:pPr algn="ctr"/>
                      <a:r>
                        <a:rPr lang="zh-CN" altLang="en-US" dirty="0">
                          <a:solidFill>
                            <a:schemeClr val="bg1"/>
                          </a:solidFill>
                        </a:rPr>
                        <a:t>类别</a:t>
                      </a:r>
                      <a:r>
                        <a:rPr lang="en-US" altLang="zh-CN" dirty="0">
                          <a:solidFill>
                            <a:schemeClr val="bg1"/>
                          </a:solidFill>
                        </a:rPr>
                        <a:t>01</a:t>
                      </a:r>
                      <a:endParaRPr lang="zh-CN" altLang="en-US" dirty="0">
                        <a:solidFill>
                          <a:schemeClr val="bg1"/>
                        </a:solidFill>
                      </a:endParaRPr>
                    </a:p>
                  </a:txBody>
                  <a:tcPr anchor="ctr">
                    <a:solidFill>
                      <a:srgbClr val="A62038"/>
                    </a:solidFill>
                  </a:tcPr>
                </a:tc>
                <a:tc>
                  <a:txBody>
                    <a:bodyPr/>
                    <a:lstStyle/>
                    <a:p>
                      <a:pPr algn="ctr"/>
                      <a:r>
                        <a:rPr lang="en-US" altLang="zh-CN" dirty="0">
                          <a:solidFill>
                            <a:schemeClr val="tx1">
                              <a:lumMod val="50000"/>
                              <a:lumOff val="50000"/>
                            </a:schemeClr>
                          </a:solidFill>
                        </a:rPr>
                        <a:t>111</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111</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111</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111</a:t>
                      </a:r>
                      <a:endParaRPr lang="zh-CN" altLang="en-US" dirty="0">
                        <a:solidFill>
                          <a:schemeClr val="tx1">
                            <a:lumMod val="50000"/>
                            <a:lumOff val="50000"/>
                          </a:schemeClr>
                        </a:solidFill>
                      </a:endParaRPr>
                    </a:p>
                  </a:txBody>
                  <a:tcPr anchor="ctr">
                    <a:solidFill>
                      <a:schemeClr val="bg1">
                        <a:lumMod val="95000"/>
                      </a:schemeClr>
                    </a:solidFill>
                  </a:tcPr>
                </a:tc>
                <a:extLst>
                  <a:ext uri="{0D108BD9-81ED-4DB2-BD59-A6C34878D82A}">
                    <a16:rowId xmlns:a16="http://schemas.microsoft.com/office/drawing/2014/main" val="10001"/>
                  </a:ext>
                </a:extLst>
              </a:tr>
              <a:tr h="53596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rPr>
                        <a:t>类别</a:t>
                      </a:r>
                      <a:r>
                        <a:rPr lang="en-US" altLang="zh-CN" dirty="0">
                          <a:solidFill>
                            <a:schemeClr val="bg1"/>
                          </a:solidFill>
                        </a:rPr>
                        <a:t>02</a:t>
                      </a:r>
                      <a:endParaRPr lang="zh-CN" altLang="en-US" dirty="0">
                        <a:solidFill>
                          <a:schemeClr val="bg1"/>
                        </a:solidFill>
                      </a:endParaRPr>
                    </a:p>
                  </a:txBody>
                  <a:tcPr anchor="ctr">
                    <a:solidFill>
                      <a:srgbClr val="A62038"/>
                    </a:solidFill>
                  </a:tcPr>
                </a:tc>
                <a:tc>
                  <a:txBody>
                    <a:bodyPr/>
                    <a:lstStyle/>
                    <a:p>
                      <a:pPr algn="ctr"/>
                      <a:r>
                        <a:rPr lang="en-US" altLang="zh-CN" dirty="0">
                          <a:solidFill>
                            <a:schemeClr val="tx1">
                              <a:lumMod val="50000"/>
                              <a:lumOff val="50000"/>
                            </a:schemeClr>
                          </a:solidFill>
                        </a:rPr>
                        <a:t>222</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222</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222</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222</a:t>
                      </a:r>
                      <a:endParaRPr lang="zh-CN" altLang="en-US" dirty="0">
                        <a:solidFill>
                          <a:schemeClr val="tx1">
                            <a:lumMod val="50000"/>
                            <a:lumOff val="50000"/>
                          </a:schemeClr>
                        </a:solidFill>
                      </a:endParaRPr>
                    </a:p>
                  </a:txBody>
                  <a:tcPr anchor="ctr">
                    <a:solidFill>
                      <a:schemeClr val="bg1">
                        <a:lumMod val="95000"/>
                      </a:schemeClr>
                    </a:solidFill>
                  </a:tcPr>
                </a:tc>
                <a:extLst>
                  <a:ext uri="{0D108BD9-81ED-4DB2-BD59-A6C34878D82A}">
                    <a16:rowId xmlns:a16="http://schemas.microsoft.com/office/drawing/2014/main" val="10002"/>
                  </a:ext>
                </a:extLst>
              </a:tr>
              <a:tr h="53596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rPr>
                        <a:t>类别</a:t>
                      </a:r>
                      <a:r>
                        <a:rPr lang="en-US" altLang="zh-CN" dirty="0">
                          <a:solidFill>
                            <a:schemeClr val="bg1"/>
                          </a:solidFill>
                        </a:rPr>
                        <a:t>03</a:t>
                      </a:r>
                      <a:endParaRPr lang="zh-CN" altLang="en-US" dirty="0">
                        <a:solidFill>
                          <a:schemeClr val="bg1"/>
                        </a:solidFill>
                      </a:endParaRPr>
                    </a:p>
                  </a:txBody>
                  <a:tcPr anchor="ctr">
                    <a:solidFill>
                      <a:srgbClr val="A62038"/>
                    </a:solidFill>
                  </a:tcPr>
                </a:tc>
                <a:tc>
                  <a:txBody>
                    <a:bodyPr/>
                    <a:lstStyle/>
                    <a:p>
                      <a:pPr algn="ctr"/>
                      <a:r>
                        <a:rPr lang="en-US" altLang="zh-CN" dirty="0">
                          <a:solidFill>
                            <a:schemeClr val="tx1">
                              <a:lumMod val="50000"/>
                              <a:lumOff val="50000"/>
                            </a:schemeClr>
                          </a:solidFill>
                        </a:rPr>
                        <a:t>333</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333</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333</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333</a:t>
                      </a:r>
                      <a:endParaRPr lang="zh-CN" altLang="en-US" dirty="0">
                        <a:solidFill>
                          <a:schemeClr val="tx1">
                            <a:lumMod val="50000"/>
                            <a:lumOff val="50000"/>
                          </a:schemeClr>
                        </a:solidFill>
                      </a:endParaRPr>
                    </a:p>
                  </a:txBody>
                  <a:tcPr anchor="ctr">
                    <a:solidFill>
                      <a:schemeClr val="bg1">
                        <a:lumMod val="95000"/>
                      </a:schemeClr>
                    </a:solidFill>
                  </a:tcPr>
                </a:tc>
                <a:extLst>
                  <a:ext uri="{0D108BD9-81ED-4DB2-BD59-A6C34878D82A}">
                    <a16:rowId xmlns:a16="http://schemas.microsoft.com/office/drawing/2014/main" val="10003"/>
                  </a:ext>
                </a:extLst>
              </a:tr>
              <a:tr h="53596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rPr>
                        <a:t>类别</a:t>
                      </a:r>
                      <a:r>
                        <a:rPr lang="en-US" altLang="zh-CN" dirty="0">
                          <a:solidFill>
                            <a:schemeClr val="bg1"/>
                          </a:solidFill>
                        </a:rPr>
                        <a:t>04</a:t>
                      </a:r>
                      <a:endParaRPr lang="zh-CN" altLang="en-US" dirty="0">
                        <a:solidFill>
                          <a:schemeClr val="bg1"/>
                        </a:solidFill>
                      </a:endParaRPr>
                    </a:p>
                  </a:txBody>
                  <a:tcPr anchor="ctr">
                    <a:solidFill>
                      <a:srgbClr val="A62038"/>
                    </a:solidFill>
                  </a:tcPr>
                </a:tc>
                <a:tc>
                  <a:txBody>
                    <a:bodyPr/>
                    <a:lstStyle/>
                    <a:p>
                      <a:pPr algn="ctr"/>
                      <a:r>
                        <a:rPr lang="en-US" altLang="zh-CN" dirty="0">
                          <a:solidFill>
                            <a:schemeClr val="tx1">
                              <a:lumMod val="50000"/>
                              <a:lumOff val="50000"/>
                            </a:schemeClr>
                          </a:solidFill>
                        </a:rPr>
                        <a:t>444</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444</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444</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444</a:t>
                      </a:r>
                      <a:endParaRPr lang="zh-CN" altLang="en-US" dirty="0">
                        <a:solidFill>
                          <a:schemeClr val="tx1">
                            <a:lumMod val="50000"/>
                            <a:lumOff val="50000"/>
                          </a:schemeClr>
                        </a:solidFill>
                      </a:endParaRPr>
                    </a:p>
                  </a:txBody>
                  <a:tcPr anchor="ctr">
                    <a:solidFill>
                      <a:schemeClr val="bg1">
                        <a:lumMod val="95000"/>
                      </a:schemeClr>
                    </a:solidFill>
                  </a:tcPr>
                </a:tc>
                <a:extLst>
                  <a:ext uri="{0D108BD9-81ED-4DB2-BD59-A6C34878D82A}">
                    <a16:rowId xmlns:a16="http://schemas.microsoft.com/office/drawing/2014/main" val="10004"/>
                  </a:ext>
                </a:extLst>
              </a:tr>
              <a:tr h="53596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rPr>
                        <a:t>类别</a:t>
                      </a:r>
                      <a:r>
                        <a:rPr lang="en-US" altLang="zh-CN" dirty="0">
                          <a:solidFill>
                            <a:schemeClr val="bg1"/>
                          </a:solidFill>
                        </a:rPr>
                        <a:t>05</a:t>
                      </a:r>
                      <a:endParaRPr lang="zh-CN" altLang="en-US" dirty="0">
                        <a:solidFill>
                          <a:schemeClr val="bg1"/>
                        </a:solidFill>
                      </a:endParaRPr>
                    </a:p>
                  </a:txBody>
                  <a:tcPr anchor="ctr">
                    <a:solidFill>
                      <a:srgbClr val="A62038"/>
                    </a:solidFill>
                  </a:tcPr>
                </a:tc>
                <a:tc>
                  <a:txBody>
                    <a:bodyPr/>
                    <a:lstStyle/>
                    <a:p>
                      <a:pPr algn="ctr"/>
                      <a:r>
                        <a:rPr lang="en-US" altLang="zh-CN" dirty="0">
                          <a:solidFill>
                            <a:schemeClr val="tx1">
                              <a:lumMod val="50000"/>
                              <a:lumOff val="50000"/>
                            </a:schemeClr>
                          </a:solidFill>
                        </a:rPr>
                        <a:t>555</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555</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555</a:t>
                      </a:r>
                      <a:endParaRPr lang="zh-CN" altLang="en-US" dirty="0">
                        <a:solidFill>
                          <a:schemeClr val="tx1">
                            <a:lumMod val="50000"/>
                            <a:lumOff val="50000"/>
                          </a:schemeClr>
                        </a:solidFill>
                      </a:endParaRPr>
                    </a:p>
                  </a:txBody>
                  <a:tcPr anchor="ctr">
                    <a:solidFill>
                      <a:schemeClr val="bg1">
                        <a:lumMod val="95000"/>
                      </a:schemeClr>
                    </a:solidFill>
                  </a:tcPr>
                </a:tc>
                <a:tc>
                  <a:txBody>
                    <a:bodyPr/>
                    <a:lstStyle/>
                    <a:p>
                      <a:pPr algn="ctr"/>
                      <a:r>
                        <a:rPr lang="en-US" altLang="zh-CN" dirty="0">
                          <a:solidFill>
                            <a:schemeClr val="tx1">
                              <a:lumMod val="50000"/>
                              <a:lumOff val="50000"/>
                            </a:schemeClr>
                          </a:solidFill>
                        </a:rPr>
                        <a:t>555</a:t>
                      </a:r>
                      <a:endParaRPr lang="zh-CN" altLang="en-US" dirty="0">
                        <a:solidFill>
                          <a:schemeClr val="tx1">
                            <a:lumMod val="50000"/>
                            <a:lumOff val="50000"/>
                          </a:schemeClr>
                        </a:solidFill>
                      </a:endParaRPr>
                    </a:p>
                  </a:txBody>
                  <a:tcPr anchor="ctr">
                    <a:solidFill>
                      <a:schemeClr val="bg1">
                        <a:lumMod val="95000"/>
                      </a:schemeClr>
                    </a:solidFill>
                  </a:tcPr>
                </a:tc>
                <a:extLst>
                  <a:ext uri="{0D108BD9-81ED-4DB2-BD59-A6C34878D82A}">
                    <a16:rowId xmlns:a16="http://schemas.microsoft.com/office/drawing/2014/main" val="10005"/>
                  </a:ext>
                </a:extLst>
              </a:tr>
            </a:tbl>
          </a:graphicData>
        </a:graphic>
      </p:graphicFrame>
      <p:sp>
        <p:nvSpPr>
          <p:cNvPr id="18" name="文本框 17"/>
          <p:cNvSpPr txBox="1"/>
          <p:nvPr/>
        </p:nvSpPr>
        <p:spPr>
          <a:xfrm>
            <a:off x="7896658" y="1775311"/>
            <a:ext cx="2771124" cy="2645853"/>
          </a:xfrm>
          <a:prstGeom prst="rect">
            <a:avLst/>
          </a:prstGeom>
          <a:noFill/>
        </p:spPr>
        <p:txBody>
          <a:bodyPr wrap="square" rtlCol="0">
            <a:spAutoFit/>
          </a:bodyPr>
          <a:lstStyle/>
          <a:p>
            <a:pPr algn="just">
              <a:lnSpc>
                <a:spcPct val="120000"/>
              </a:lnSpc>
              <a:spcBef>
                <a:spcPts val="600"/>
              </a:spcBef>
            </a:pPr>
            <a:r>
              <a:rPr lang="zh-CN" altLang="en-US" sz="2000" dirty="0">
                <a:solidFill>
                  <a:schemeClr val="tx1">
                    <a:lumMod val="75000"/>
                    <a:lumOff val="25000"/>
                  </a:schemeClr>
                </a:solidFill>
              </a:rPr>
              <a:t>可在此处添加您的文字可在此处添加您的文字可在此处添加您的文字可在此处添加您的文字可在此处添加您的文可在此处添加您的文可在此处添加。</a:t>
            </a:r>
          </a:p>
        </p:txBody>
      </p:sp>
      <p:sp>
        <p:nvSpPr>
          <p:cNvPr id="24" name="文本框 23"/>
          <p:cNvSpPr txBox="1"/>
          <p:nvPr/>
        </p:nvSpPr>
        <p:spPr>
          <a:xfrm>
            <a:off x="1252590" y="4986960"/>
            <a:ext cx="9671160" cy="1168525"/>
          </a:xfrm>
          <a:prstGeom prst="rect">
            <a:avLst/>
          </a:prstGeom>
          <a:noFill/>
        </p:spPr>
        <p:txBody>
          <a:bodyPr wrap="square" rtlCol="0">
            <a:spAutoFit/>
          </a:bodyPr>
          <a:lstStyle/>
          <a:p>
            <a:pPr algn="just">
              <a:lnSpc>
                <a:spcPct val="120000"/>
              </a:lnSpc>
              <a:spcBef>
                <a:spcPts val="600"/>
              </a:spcBef>
            </a:pPr>
            <a:r>
              <a:rPr lang="zh-CN" altLang="en-US" sz="2000" dirty="0">
                <a:solidFill>
                  <a:schemeClr val="tx1">
                    <a:lumMod val="75000"/>
                    <a:lumOff val="25000"/>
                  </a:schemeClr>
                </a:solidFill>
              </a:rPr>
              <a:t>可在此处添加您的文字可在此处添加您的文字可在此处添加您的文字可在此处添加您的文字可在此处添加您的文字可在此处添加您的文字可在此处添加您的文字添加您的文字。</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p:cNvSpPr/>
          <p:nvPr/>
        </p:nvSpPr>
        <p:spPr>
          <a:xfrm>
            <a:off x="870147" y="1721614"/>
            <a:ext cx="5292528" cy="4221986"/>
          </a:xfrm>
          <a:prstGeom prst="roundRect">
            <a:avLst>
              <a:gd name="adj" fmla="val 3737"/>
            </a:avLst>
          </a:prstGeom>
          <a:solidFill>
            <a:srgbClr val="E0CFBD"/>
          </a:solidFill>
          <a:ln w="6350" cap="flat" cmpd="sng" algn="ctr">
            <a:solidFill>
              <a:schemeClr val="bg1">
                <a:lumMod val="85000"/>
              </a:schemeClr>
            </a:solidFill>
            <a:prstDash val="solid"/>
            <a:miter lim="800000"/>
          </a:ln>
          <a:effectLst>
            <a:outerShdw blurRad="50800" dist="38100" dir="5400000" algn="t" rotWithShape="0">
              <a:prstClr val="black">
                <a:alpha val="20000"/>
              </a:prstClr>
            </a:outerShdw>
          </a:effectLst>
        </p:spPr>
        <p:txBody>
          <a:bodyPr rtlCol="0" anchor="ctr"/>
          <a:lstStyle/>
          <a:p>
            <a:pPr algn="just"/>
            <a:endParaRPr lang="zh-CN" altLang="en-US" dirty="0"/>
          </a:p>
        </p:txBody>
      </p:sp>
      <p:sp>
        <p:nvSpPr>
          <p:cNvPr id="17" name="矩形: 圆角 16"/>
          <p:cNvSpPr/>
          <p:nvPr/>
        </p:nvSpPr>
        <p:spPr>
          <a:xfrm>
            <a:off x="6375400" y="1397000"/>
            <a:ext cx="5105400" cy="4546600"/>
          </a:xfrm>
          <a:prstGeom prst="roundRect">
            <a:avLst>
              <a:gd name="adj" fmla="val 4723"/>
            </a:avLst>
          </a:prstGeom>
          <a:solidFill>
            <a:sysClr val="window" lastClr="FFFFFF"/>
          </a:solidFill>
          <a:ln w="6350" cap="flat" cmpd="sng" algn="ctr">
            <a:solidFill>
              <a:schemeClr val="bg1">
                <a:lumMod val="85000"/>
              </a:schemeClr>
            </a:solidFill>
            <a:prstDash val="solid"/>
            <a:miter lim="800000"/>
          </a:ln>
          <a:effectLst>
            <a:outerShdw blurRad="50800" dist="38100" dir="5400000" algn="t" rotWithShape="0">
              <a:prstClr val="black">
                <a:alpha val="20000"/>
              </a:prstClr>
            </a:outerShdw>
          </a:effectLst>
        </p:spPr>
        <p:txBody>
          <a:bodyPr rtlCol="0" anchor="ctr"/>
          <a:lstStyle/>
          <a:p>
            <a:pPr algn="just"/>
            <a:endParaRPr lang="zh-CN" altLang="en-US" dirty="0"/>
          </a:p>
        </p:txBody>
      </p:sp>
      <p:sp>
        <p:nvSpPr>
          <p:cNvPr id="5" name="文本占位符 4"/>
          <p:cNvSpPr>
            <a:spLocks noGrp="1"/>
          </p:cNvSpPr>
          <p:nvPr>
            <p:ph type="body" sz="quarter" idx="11"/>
          </p:nvPr>
        </p:nvSpPr>
        <p:spPr/>
        <p:txBody>
          <a:bodyPr/>
          <a:lstStyle/>
          <a:p>
            <a:r>
              <a:rPr lang="zh-CN" altLang="en-US" dirty="0"/>
              <a:t>图表文字混排版式</a:t>
            </a:r>
            <a:r>
              <a:rPr lang="zh-CN" altLang="en-US" b="0" dirty="0"/>
              <a:t>（五）</a:t>
            </a:r>
          </a:p>
        </p:txBody>
      </p:sp>
      <p:sp>
        <p:nvSpPr>
          <p:cNvPr id="2" name="灯片编号占位符 1"/>
          <p:cNvSpPr>
            <a:spLocks noGrp="1"/>
          </p:cNvSpPr>
          <p:nvPr>
            <p:ph type="sldNum" sz="quarter" idx="4"/>
          </p:nvPr>
        </p:nvSpPr>
        <p:spPr/>
        <p:txBody>
          <a:bodyPr/>
          <a:lstStyle/>
          <a:p>
            <a:fld id="{548644C6-89F0-466C-949F-E70AD72679A8}" type="slidenum">
              <a:rPr lang="zh-CN" altLang="en-US" smtClean="0"/>
              <a:t>23</a:t>
            </a:fld>
            <a:endParaRPr lang="zh-CN" altLang="en-US"/>
          </a:p>
        </p:txBody>
      </p:sp>
      <p:sp>
        <p:nvSpPr>
          <p:cNvPr id="24" name="文本框 23"/>
          <p:cNvSpPr txBox="1"/>
          <p:nvPr/>
        </p:nvSpPr>
        <p:spPr>
          <a:xfrm>
            <a:off x="6724650" y="2776142"/>
            <a:ext cx="4483100" cy="2058128"/>
          </a:xfrm>
          <a:prstGeom prst="rect">
            <a:avLst/>
          </a:prstGeom>
          <a:noFill/>
        </p:spPr>
        <p:txBody>
          <a:bodyPr wrap="square" rtlCol="0">
            <a:spAutoFit/>
          </a:bodyPr>
          <a:lstStyle/>
          <a:p>
            <a:pPr algn="just">
              <a:lnSpc>
                <a:spcPct val="120000"/>
              </a:lnSpc>
              <a:spcBef>
                <a:spcPts val="600"/>
              </a:spcBef>
            </a:pPr>
            <a:r>
              <a:rPr lang="zh-CN" altLang="en-US" dirty="0">
                <a:solidFill>
                  <a:schemeClr val="tx1">
                    <a:lumMod val="75000"/>
                    <a:lumOff val="25000"/>
                  </a:schemeClr>
                </a:solidFill>
              </a:rPr>
              <a:t>可在此处添加您的文字可在此处添加您的文字可在此处添加您的文字可在此处添加您的文字可在此处添加您的文字可在此处添加您的文字可在此处添加您的文字添加您的文字。可在此处添加您可在此处添加您的文字添加您的文字。</a:t>
            </a:r>
          </a:p>
        </p:txBody>
      </p:sp>
      <p:pic>
        <p:nvPicPr>
          <p:cNvPr id="4" name="图片 3"/>
          <p:cNvPicPr>
            <a:picLocks noChangeAspect="1"/>
          </p:cNvPicPr>
          <p:nvPr/>
        </p:nvPicPr>
        <p:blipFill>
          <a:blip r:embed="rId3" cstate="screen"/>
          <a:stretch>
            <a:fillRect/>
          </a:stretch>
        </p:blipFill>
        <p:spPr>
          <a:xfrm>
            <a:off x="870147" y="1397000"/>
            <a:ext cx="5292528" cy="4114651"/>
          </a:xfrm>
          <a:prstGeom prst="roundRect">
            <a:avLst>
              <a:gd name="adj" fmla="val 5324"/>
            </a:avLst>
          </a:prstGeom>
          <a:solidFill>
            <a:srgbClr val="FFFFFF">
              <a:shade val="85000"/>
            </a:srgbClr>
          </a:solidFill>
          <a:ln>
            <a:solidFill>
              <a:schemeClr val="bg1">
                <a:lumMod val="85000"/>
              </a:schemeClr>
            </a:solidFill>
          </a:ln>
          <a:effectLst/>
        </p:spPr>
      </p:pic>
      <p:sp>
        <p:nvSpPr>
          <p:cNvPr id="15" name="矩形 14"/>
          <p:cNvSpPr/>
          <p:nvPr/>
        </p:nvSpPr>
        <p:spPr>
          <a:xfrm>
            <a:off x="6860867" y="1683514"/>
            <a:ext cx="4134465" cy="597215"/>
          </a:xfrm>
          <a:prstGeom prst="rect">
            <a:avLst/>
          </a:prstGeom>
        </p:spPr>
        <p:txBody>
          <a:bodyPr wrap="none">
            <a:spAutoFit/>
          </a:bodyPr>
          <a:lstStyle/>
          <a:p>
            <a:pPr algn="ctr">
              <a:lnSpc>
                <a:spcPct val="130000"/>
              </a:lnSpc>
            </a:pPr>
            <a:r>
              <a:rPr lang="zh-CN" altLang="en-US" sz="2800" b="1" dirty="0">
                <a:solidFill>
                  <a:srgbClr val="A62038"/>
                </a:solidFill>
              </a:rPr>
              <a:t>添加标题内容或段落要点</a:t>
            </a:r>
            <a:endParaRPr lang="en-US" altLang="zh-CN" sz="2800" dirty="0">
              <a:solidFill>
                <a:srgbClr val="A62038"/>
              </a:solidFill>
            </a:endParaRPr>
          </a:p>
        </p:txBody>
      </p:sp>
      <p:cxnSp>
        <p:nvCxnSpPr>
          <p:cNvPr id="16" name="直接连接符 15"/>
          <p:cNvCxnSpPr/>
          <p:nvPr/>
        </p:nvCxnSpPr>
        <p:spPr>
          <a:xfrm>
            <a:off x="6860867" y="2453466"/>
            <a:ext cx="4157610" cy="0"/>
          </a:xfrm>
          <a:prstGeom prst="line">
            <a:avLst/>
          </a:prstGeom>
          <a:ln>
            <a:solidFill>
              <a:srgbClr val="A62038"/>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595160" y="2667000"/>
            <a:ext cx="7054894" cy="1066800"/>
          </a:xfrm>
        </p:spPr>
        <p:txBody>
          <a:bodyPr/>
          <a:lstStyle/>
          <a:p>
            <a:pPr algn="ctr"/>
            <a:r>
              <a:rPr lang="zh-CN" altLang="en-US" sz="6600" dirty="0"/>
              <a:t>感谢您的关注</a:t>
            </a:r>
            <a:endParaRPr lang="en-US" altLang="zh-CN" sz="6600" dirty="0"/>
          </a:p>
          <a:p>
            <a:pPr algn="ctr"/>
            <a:r>
              <a:rPr lang="en-US" altLang="zh-CN" sz="3600" b="0" dirty="0"/>
              <a:t>THANK YOU</a:t>
            </a:r>
            <a:endParaRPr lang="zh-CN" altLang="en-US" sz="3600" b="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Lst>
</file>

<file path=ppt/theme/theme1.xml><?xml version="1.0" encoding="utf-8"?>
<a:theme xmlns:a="http://schemas.openxmlformats.org/drawingml/2006/main" name="赤霞朱主题​​">
  <a:themeElements>
    <a:clrScheme name="自定义 2">
      <a:dk1>
        <a:srgbClr val="262626"/>
      </a:dk1>
      <a:lt1>
        <a:srgbClr val="FFFFFF"/>
      </a:lt1>
      <a:dk2>
        <a:srgbClr val="3F3F3F"/>
      </a:dk2>
      <a:lt2>
        <a:srgbClr val="DBDBDB"/>
      </a:lt2>
      <a:accent1>
        <a:srgbClr val="C00000"/>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2020</Words>
  <Application>Microsoft Office PowerPoint</Application>
  <PresentationFormat>宽屏</PresentationFormat>
  <Paragraphs>200</Paragraphs>
  <Slides>24</Slides>
  <Notes>14</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等线</vt:lpstr>
      <vt:lpstr>微软雅黑</vt:lpstr>
      <vt:lpstr>Arial</vt:lpstr>
      <vt:lpstr>Book Antiqua</vt:lpstr>
      <vt:lpstr>Wingdings</vt:lpstr>
      <vt:lpstr>赤霞朱主题​​</vt:lpstr>
      <vt:lpstr>PowerPoint 演示文稿</vt:lpstr>
      <vt:lpstr>PowerPoint 演示文稿</vt:lpstr>
      <vt:lpstr>PowerPoint 演示文稿</vt:lpstr>
      <vt:lpstr>PowerPoint 演示文稿</vt:lpstr>
      <vt:lpstr>在这里\添加您需要的标题文字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徐臻</dc:creator>
  <cp:keywords>2023模板</cp:keywords>
  <cp:lastModifiedBy>志阳 李</cp:lastModifiedBy>
  <cp:revision>387</cp:revision>
  <dcterms:created xsi:type="dcterms:W3CDTF">2023-12-02T09:20:30Z</dcterms:created>
  <dcterms:modified xsi:type="dcterms:W3CDTF">2026-06-03T12:35:24Z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2019-04-13T04:31:50.2944312Z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7b149082-93e1-4519-a220-b561cf239821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10C3F7CEF0AD47C8DEF66A656BE98BA9_43</vt:lpwstr>
  </property>
  <property fmtid="{D5CDD505-2E9C-101B-9397-08002B2CF9AE}" pid="12" name="KSOProductBuildVer">
    <vt:lpwstr>2052-6.2.2.8394</vt:lpwstr>
  </property>
</Properties>
</file>